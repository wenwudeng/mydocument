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38" r:id="rId2"/>
    <p:sldId id="481" r:id="rId3"/>
    <p:sldId id="426" r:id="rId4"/>
    <p:sldId id="381" r:id="rId5"/>
    <p:sldId id="482" r:id="rId6"/>
    <p:sldId id="483" r:id="rId7"/>
    <p:sldId id="427" r:id="rId8"/>
    <p:sldId id="484" r:id="rId9"/>
    <p:sldId id="485" r:id="rId10"/>
    <p:sldId id="486" r:id="rId11"/>
    <p:sldId id="487" r:id="rId12"/>
    <p:sldId id="488" r:id="rId13"/>
    <p:sldId id="489" r:id="rId14"/>
    <p:sldId id="490" r:id="rId15"/>
    <p:sldId id="494" r:id="rId16"/>
    <p:sldId id="428" r:id="rId17"/>
    <p:sldId id="491" r:id="rId18"/>
    <p:sldId id="429" r:id="rId19"/>
    <p:sldId id="493" r:id="rId20"/>
    <p:sldId id="470" r:id="rId21"/>
  </p:sldIdLst>
  <p:sldSz cx="9144000" cy="5145088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EC"/>
    <a:srgbClr val="FBFFF7"/>
    <a:srgbClr val="FFFFFF"/>
    <a:srgbClr val="F7FFEF"/>
    <a:srgbClr val="E6E6E6"/>
    <a:srgbClr val="483517"/>
    <a:srgbClr val="E83B3A"/>
    <a:srgbClr val="584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7" autoAdjust="0"/>
    <p:restoredTop sz="94612" autoAdjust="0"/>
  </p:normalViewPr>
  <p:slideViewPr>
    <p:cSldViewPr>
      <p:cViewPr varScale="1">
        <p:scale>
          <a:sx n="108" d="100"/>
          <a:sy n="108" d="100"/>
        </p:scale>
        <p:origin x="576" y="72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FFCF0-DD59-4612-9D71-417719DC037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A1E2-0BCB-498F-B666-E5E40D2532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71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352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42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25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303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681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81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9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004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549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403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7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85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86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24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86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959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204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78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1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3923928" y="543734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工作回顾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A60B3EB-5B48-4300-B079-DA4C9D36AE0E}"/>
              </a:ext>
            </a:extLst>
          </p:cNvPr>
          <p:cNvSpPr/>
          <p:nvPr userDrawn="1"/>
        </p:nvSpPr>
        <p:spPr>
          <a:xfrm>
            <a:off x="3502643" y="543734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27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4067944" y="504405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自我评价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885BA86-9C7F-4C80-A73D-092FAC52EA38}"/>
              </a:ext>
            </a:extLst>
          </p:cNvPr>
          <p:cNvSpPr/>
          <p:nvPr userDrawn="1"/>
        </p:nvSpPr>
        <p:spPr>
          <a:xfrm>
            <a:off x="3673905" y="504405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45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4139952" y="514237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工作体会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856A93C-97EE-428B-8785-0B156EB424AA}"/>
              </a:ext>
            </a:extLst>
          </p:cNvPr>
          <p:cNvSpPr/>
          <p:nvPr userDrawn="1"/>
        </p:nvSpPr>
        <p:spPr>
          <a:xfrm>
            <a:off x="3699003" y="514237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1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3671900" y="524069"/>
            <a:ext cx="1810578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工作规划和展望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33C31F1-0C0A-45FC-B50E-6E4214B9854F}"/>
              </a:ext>
            </a:extLst>
          </p:cNvPr>
          <p:cNvSpPr/>
          <p:nvPr userDrawn="1"/>
        </p:nvSpPr>
        <p:spPr>
          <a:xfrm>
            <a:off x="3259744" y="524069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17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448308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50287" y="448308"/>
            <a:ext cx="1261884" cy="345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</a:rPr>
              <a:t>年度工作概述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成功项目展示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明年工作计划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42"/>
            <a:ext cx="2057400" cy="43899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42"/>
            <a:ext cx="6019800" cy="43899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04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11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46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273050" y="512920"/>
            <a:ext cx="6489700" cy="524037"/>
          </a:xfrm>
          <a:prstGeom prst="rect">
            <a:avLst/>
          </a:prstGeom>
        </p:spPr>
        <p:txBody>
          <a:bodyPr lIns="68580" tIns="34290" rIns="68580" bIns="34290"/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273050" y="940384"/>
            <a:ext cx="6489700" cy="28588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l">
              <a:buNone/>
              <a:defRPr sz="900" baseline="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2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5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6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BF030-126A-44E1-A291-CE0450786A5D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9" r:id="rId8"/>
    <p:sldLayoutId id="2147483680" r:id="rId9"/>
    <p:sldLayoutId id="2147483681" r:id="rId10"/>
    <p:sldLayoutId id="2147483682" r:id="rId11"/>
    <p:sldLayoutId id="2147483673" r:id="rId12"/>
    <p:sldLayoutId id="2147483674" r:id="rId13"/>
    <p:sldLayoutId id="2147483675" r:id="rId14"/>
    <p:sldLayoutId id="2147483676" r:id="rId15"/>
    <p:sldLayoutId id="2147483656" r:id="rId16"/>
    <p:sldLayoutId id="2147483657" r:id="rId17"/>
    <p:sldLayoutId id="2147483658" r:id="rId18"/>
    <p:sldLayoutId id="2147483659" r:id="rId19"/>
    <p:sldLayoutId id="2147483663" r:id="rId20"/>
    <p:sldLayoutId id="2147483666" r:id="rId21"/>
    <p:sldLayoutId id="2147483671" r:id="rId22"/>
    <p:sldLayoutId id="2147483672" r:id="rId23"/>
    <p:sldLayoutId id="2147483686" r:id="rId24"/>
    <p:sldLayoutId id="2147483688" r:id="rId25"/>
    <p:sldLayoutId id="2147483689" r:id="rId26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6"/>
          </a:xfrm>
          <a:prstGeom prst="rect">
            <a:avLst/>
          </a:prstGeom>
        </p:spPr>
      </p:pic>
      <p:sp>
        <p:nvSpPr>
          <p:cNvPr id="10" name="矩形 259">
            <a:extLst>
              <a:ext uri="{FF2B5EF4-FFF2-40B4-BE49-F238E27FC236}">
                <a16:creationId xmlns:a16="http://schemas.microsoft.com/office/drawing/2014/main" id="{92BF79DA-ACF7-4D5B-9E69-58E2D3FE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845144"/>
            <a:ext cx="14816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6600" cap="all" dirty="0">
                <a:solidFill>
                  <a:schemeClr val="accent1"/>
                </a:solidFill>
                <a:latin typeface="Agency FB" panose="020B0503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717952" y="1708448"/>
            <a:ext cx="6148864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毕业设计中期答辩</a:t>
            </a: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38041" y="2497075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GRADUATION DESIGN MID-TERM DEFENSE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3923928" y="2797157"/>
            <a:ext cx="1415718" cy="338526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厦门理工学院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5436096" y="2958871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605935" y="2939880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644552"/>
            <a:ext cx="9144000" cy="2592288"/>
          </a:xfrm>
          <a:prstGeom prst="rect">
            <a:avLst/>
          </a:prstGeom>
        </p:spPr>
      </p:pic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403648" y="1696907"/>
            <a:ext cx="674248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宠物生活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APP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的设计与实现</a:t>
            </a: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55237" y="2456130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DESIGN AND IMPLEMENTATION OF PET LIFE APP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3393423" y="2789608"/>
            <a:ext cx="3036354" cy="307748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汇报人：邓文武   指导教师：林开标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6336196" y="2943482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231740" y="2943482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5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1438557" y="2806568"/>
            <a:ext cx="6266887" cy="62452"/>
          </a:xfrm>
          <a:prstGeom prst="rect">
            <a:avLst/>
          </a:prstGeom>
          <a:solidFill>
            <a:schemeClr val="tx1">
              <a:lumMod val="50000"/>
              <a:lumOff val="50000"/>
              <a:alpha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" name="Oval 31"/>
          <p:cNvSpPr>
            <a:spLocks noChangeArrowheads="1"/>
          </p:cNvSpPr>
          <p:nvPr/>
        </p:nvSpPr>
        <p:spPr bwMode="auto">
          <a:xfrm>
            <a:off x="1044467" y="2434766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01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Oval 32"/>
          <p:cNvSpPr>
            <a:spLocks noChangeArrowheads="1"/>
          </p:cNvSpPr>
          <p:nvPr/>
        </p:nvSpPr>
        <p:spPr bwMode="auto">
          <a:xfrm>
            <a:off x="3123281" y="2434767"/>
            <a:ext cx="803150" cy="8060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02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Oval 33"/>
          <p:cNvSpPr>
            <a:spLocks noChangeArrowheads="1"/>
          </p:cNvSpPr>
          <p:nvPr/>
        </p:nvSpPr>
        <p:spPr bwMode="auto">
          <a:xfrm>
            <a:off x="5211760" y="2434767"/>
            <a:ext cx="806054" cy="806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03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8" name="Oval 34"/>
          <p:cNvSpPr>
            <a:spLocks noChangeArrowheads="1"/>
          </p:cNvSpPr>
          <p:nvPr/>
        </p:nvSpPr>
        <p:spPr bwMode="auto">
          <a:xfrm>
            <a:off x="7303142" y="2434767"/>
            <a:ext cx="804602" cy="806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4658" y="3295915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sp>
        <p:nvSpPr>
          <p:cNvPr id="26" name="矩形 25"/>
          <p:cNvSpPr/>
          <p:nvPr/>
        </p:nvSpPr>
        <p:spPr>
          <a:xfrm>
            <a:off x="3177508" y="211806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阶段展示</a:t>
            </a:r>
          </a:p>
        </p:txBody>
      </p:sp>
      <p:sp>
        <p:nvSpPr>
          <p:cNvPr id="27" name="矩形 26"/>
          <p:cNvSpPr/>
          <p:nvPr/>
        </p:nvSpPr>
        <p:spPr>
          <a:xfrm>
            <a:off x="5268891" y="3298609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尚未完成</a:t>
            </a:r>
          </a:p>
        </p:txBody>
      </p:sp>
      <p:sp>
        <p:nvSpPr>
          <p:cNvPr id="28" name="矩形 27"/>
          <p:cNvSpPr/>
          <p:nvPr/>
        </p:nvSpPr>
        <p:spPr>
          <a:xfrm>
            <a:off x="7304276" y="211806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面临问题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4F93FC-4014-4149-945A-3FD9B8C143BB}"/>
              </a:ext>
            </a:extLst>
          </p:cNvPr>
          <p:cNvSpPr txBox="1"/>
          <p:nvPr/>
        </p:nvSpPr>
        <p:spPr>
          <a:xfrm>
            <a:off x="-112893" y="232284"/>
            <a:ext cx="2314719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469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en-US" altLang="ko-KR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09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" grpId="0"/>
      <p:bldP spid="26" grpId="0"/>
      <p:bldP spid="27" grpId="0"/>
      <p:bldP spid="28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808827" y="2191205"/>
            <a:ext cx="106182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01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EB2376-F5CA-456A-AC48-B10D0D83CE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>
            <a:extLst>
              <a:ext uri="{FF2B5EF4-FFF2-40B4-BE49-F238E27FC236}">
                <a16:creationId xmlns:a16="http://schemas.microsoft.com/office/drawing/2014/main" id="{FE877D8A-1C6A-4550-9C89-C9927077D5CE}"/>
              </a:ext>
            </a:extLst>
          </p:cNvPr>
          <p:cNvSpPr/>
          <p:nvPr/>
        </p:nvSpPr>
        <p:spPr>
          <a:xfrm rot="16200000">
            <a:off x="3804834" y="1935556"/>
            <a:ext cx="1204829" cy="1038646"/>
          </a:xfrm>
          <a:prstGeom prst="hexag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22C5CD7-D134-4878-9B71-29235820748F}"/>
              </a:ext>
            </a:extLst>
          </p:cNvPr>
          <p:cNvGrpSpPr/>
          <p:nvPr/>
        </p:nvGrpSpPr>
        <p:grpSpPr>
          <a:xfrm>
            <a:off x="5025433" y="1734850"/>
            <a:ext cx="1241428" cy="1440057"/>
            <a:chOff x="5205808" y="1852213"/>
            <a:chExt cx="1241751" cy="1440432"/>
          </a:xfrm>
        </p:grpSpPr>
        <p:sp>
          <p:nvSpPr>
            <p:cNvPr id="15" name="六边形 14">
              <a:extLst>
                <a:ext uri="{FF2B5EF4-FFF2-40B4-BE49-F238E27FC236}">
                  <a16:creationId xmlns:a16="http://schemas.microsoft.com/office/drawing/2014/main" id="{62C3413B-7EEA-4DE2-8510-6B3E1D751CC9}"/>
                </a:ext>
              </a:extLst>
            </p:cNvPr>
            <p:cNvSpPr/>
            <p:nvPr/>
          </p:nvSpPr>
          <p:spPr>
            <a:xfrm rot="16200000">
              <a:off x="5106468" y="1951553"/>
              <a:ext cx="1440432" cy="1241751"/>
            </a:xfrm>
            <a:prstGeom prst="hexagon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矩形 58">
              <a:extLst>
                <a:ext uri="{FF2B5EF4-FFF2-40B4-BE49-F238E27FC236}">
                  <a16:creationId xmlns:a16="http://schemas.microsoft.com/office/drawing/2014/main" id="{A107D632-CAB5-4974-BACD-40122E5F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355" y="2328293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医疗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CAE1E7-384F-4327-BEF1-F57961D99970}"/>
              </a:ext>
            </a:extLst>
          </p:cNvPr>
          <p:cNvGrpSpPr/>
          <p:nvPr/>
        </p:nvGrpSpPr>
        <p:grpSpPr>
          <a:xfrm>
            <a:off x="4404719" y="609235"/>
            <a:ext cx="1241428" cy="1440057"/>
            <a:chOff x="4584933" y="726305"/>
            <a:chExt cx="1241751" cy="1440432"/>
          </a:xfrm>
        </p:grpSpPr>
        <p:sp>
          <p:nvSpPr>
            <p:cNvPr id="18" name="六边形 17">
              <a:extLst>
                <a:ext uri="{FF2B5EF4-FFF2-40B4-BE49-F238E27FC236}">
                  <a16:creationId xmlns:a16="http://schemas.microsoft.com/office/drawing/2014/main" id="{8E0A4279-E85E-453F-9AA2-51CA8ADD306B}"/>
                </a:ext>
              </a:extLst>
            </p:cNvPr>
            <p:cNvSpPr/>
            <p:nvPr/>
          </p:nvSpPr>
          <p:spPr>
            <a:xfrm rot="16200000">
              <a:off x="4485593" y="825645"/>
              <a:ext cx="1440432" cy="1241751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9" name="矩形 58">
              <a:extLst>
                <a:ext uri="{FF2B5EF4-FFF2-40B4-BE49-F238E27FC236}">
                  <a16:creationId xmlns:a16="http://schemas.microsoft.com/office/drawing/2014/main" id="{1DCABC51-1BC8-4BCB-8AA6-C7ECCE57D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480" y="1202385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购物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142325-BB6B-435D-B8C9-DD13E6AB9A56}"/>
              </a:ext>
            </a:extLst>
          </p:cNvPr>
          <p:cNvGrpSpPr/>
          <p:nvPr/>
        </p:nvGrpSpPr>
        <p:grpSpPr>
          <a:xfrm>
            <a:off x="3163292" y="609235"/>
            <a:ext cx="1241428" cy="1440057"/>
            <a:chOff x="3343182" y="726305"/>
            <a:chExt cx="1241751" cy="1440432"/>
          </a:xfrm>
          <a:solidFill>
            <a:schemeClr val="accent2"/>
          </a:solidFill>
        </p:grpSpPr>
        <p:sp>
          <p:nvSpPr>
            <p:cNvPr id="21" name="六边形 20">
              <a:extLst>
                <a:ext uri="{FF2B5EF4-FFF2-40B4-BE49-F238E27FC236}">
                  <a16:creationId xmlns:a16="http://schemas.microsoft.com/office/drawing/2014/main" id="{5610698F-C54D-4344-BA73-5A6772BC86CC}"/>
                </a:ext>
              </a:extLst>
            </p:cNvPr>
            <p:cNvSpPr/>
            <p:nvPr/>
          </p:nvSpPr>
          <p:spPr>
            <a:xfrm rot="16200000">
              <a:off x="3243842" y="825645"/>
              <a:ext cx="1440432" cy="1241751"/>
            </a:xfrm>
            <a:prstGeom prst="hexagon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" name="矩形 58">
              <a:extLst>
                <a:ext uri="{FF2B5EF4-FFF2-40B4-BE49-F238E27FC236}">
                  <a16:creationId xmlns:a16="http://schemas.microsoft.com/office/drawing/2014/main" id="{D5CF89FE-4621-4149-A1CB-0DD6C1EF4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727" y="1202384"/>
              <a:ext cx="1052657" cy="27707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社交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18AD012-7219-42EC-865F-31D8988CC73A}"/>
              </a:ext>
            </a:extLst>
          </p:cNvPr>
          <p:cNvGrpSpPr/>
          <p:nvPr/>
        </p:nvGrpSpPr>
        <p:grpSpPr>
          <a:xfrm>
            <a:off x="2542577" y="1734850"/>
            <a:ext cx="1241428" cy="1440057"/>
            <a:chOff x="2722305" y="1852213"/>
            <a:chExt cx="1241751" cy="1440432"/>
          </a:xfrm>
        </p:grpSpPr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B7FFD13F-8097-41DD-8B45-7484FA7019CE}"/>
                </a:ext>
              </a:extLst>
            </p:cNvPr>
            <p:cNvSpPr/>
            <p:nvPr/>
          </p:nvSpPr>
          <p:spPr>
            <a:xfrm rot="16200000">
              <a:off x="2622965" y="1951553"/>
              <a:ext cx="1440432" cy="1241751"/>
            </a:xfrm>
            <a:prstGeom prst="hexagon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" name="矩形 58">
              <a:extLst>
                <a:ext uri="{FF2B5EF4-FFF2-40B4-BE49-F238E27FC236}">
                  <a16:creationId xmlns:a16="http://schemas.microsoft.com/office/drawing/2014/main" id="{F74E1E9D-E4B9-4B45-AFBE-F94E2310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851" y="2328292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路线导航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CEA20117-F13C-487F-8AD8-FC6077F3AC4B}"/>
              </a:ext>
            </a:extLst>
          </p:cNvPr>
          <p:cNvSpPr/>
          <p:nvPr/>
        </p:nvSpPr>
        <p:spPr>
          <a:xfrm>
            <a:off x="3990775" y="2219074"/>
            <a:ext cx="832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149DAD-C15F-4803-945D-CE799B074FFD}"/>
              </a:ext>
            </a:extLst>
          </p:cNvPr>
          <p:cNvSpPr txBox="1"/>
          <p:nvPr/>
        </p:nvSpPr>
        <p:spPr>
          <a:xfrm>
            <a:off x="1706472" y="4519004"/>
            <a:ext cx="5731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“宠物生活”是一款专门为养宠人士提供宠物社交、购物、医疗和资讯的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D3B5656-4794-47CD-ACE8-4AA5901F97A9}"/>
              </a:ext>
            </a:extLst>
          </p:cNvPr>
          <p:cNvGrpSpPr/>
          <p:nvPr/>
        </p:nvGrpSpPr>
        <p:grpSpPr>
          <a:xfrm>
            <a:off x="3178755" y="2761860"/>
            <a:ext cx="1241428" cy="1440057"/>
            <a:chOff x="3343182" y="2976764"/>
            <a:chExt cx="1241751" cy="1440432"/>
          </a:xfrm>
        </p:grpSpPr>
        <p:sp>
          <p:nvSpPr>
            <p:cNvPr id="48" name="六边形 47">
              <a:extLst>
                <a:ext uri="{FF2B5EF4-FFF2-40B4-BE49-F238E27FC236}">
                  <a16:creationId xmlns:a16="http://schemas.microsoft.com/office/drawing/2014/main" id="{06AD2452-3903-4291-84F6-B2C95E0ABF32}"/>
                </a:ext>
              </a:extLst>
            </p:cNvPr>
            <p:cNvSpPr/>
            <p:nvPr/>
          </p:nvSpPr>
          <p:spPr>
            <a:xfrm rot="16200000">
              <a:off x="3243842" y="3076104"/>
              <a:ext cx="1440432" cy="1241751"/>
            </a:xfrm>
            <a:prstGeom prst="hexagon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9" name="矩形 58">
              <a:extLst>
                <a:ext uri="{FF2B5EF4-FFF2-40B4-BE49-F238E27FC236}">
                  <a16:creationId xmlns:a16="http://schemas.microsoft.com/office/drawing/2014/main" id="{D11AC302-FE43-4640-B67D-0BB60F11A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908" y="3488225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宠物定位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D73D78C-68B3-4A77-9D89-F59237D46439}"/>
              </a:ext>
            </a:extLst>
          </p:cNvPr>
          <p:cNvGrpSpPr/>
          <p:nvPr/>
        </p:nvGrpSpPr>
        <p:grpSpPr>
          <a:xfrm>
            <a:off x="4420182" y="2761860"/>
            <a:ext cx="1241428" cy="1440057"/>
            <a:chOff x="4584933" y="2976764"/>
            <a:chExt cx="1241751" cy="1440432"/>
          </a:xfrm>
        </p:grpSpPr>
        <p:sp>
          <p:nvSpPr>
            <p:cNvPr id="51" name="六边形 50">
              <a:extLst>
                <a:ext uri="{FF2B5EF4-FFF2-40B4-BE49-F238E27FC236}">
                  <a16:creationId xmlns:a16="http://schemas.microsoft.com/office/drawing/2014/main" id="{A594B3BC-5E73-4B02-9939-5182A6B45B70}"/>
                </a:ext>
              </a:extLst>
            </p:cNvPr>
            <p:cNvSpPr/>
            <p:nvPr/>
          </p:nvSpPr>
          <p:spPr>
            <a:xfrm rot="16200000">
              <a:off x="4485593" y="3076104"/>
              <a:ext cx="1440432" cy="1241751"/>
            </a:xfrm>
            <a:prstGeom prst="hexagon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2" name="矩形 58">
              <a:extLst>
                <a:ext uri="{FF2B5EF4-FFF2-40B4-BE49-F238E27FC236}">
                  <a16:creationId xmlns:a16="http://schemas.microsoft.com/office/drawing/2014/main" id="{2E8B0770-0D8E-469F-B7AA-785E22B28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479" y="3452843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宠物百科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目标简述</a:t>
            </a:r>
          </a:p>
        </p:txBody>
      </p:sp>
    </p:spTree>
    <p:extLst>
      <p:ext uri="{BB962C8B-B14F-4D97-AF65-F5344CB8AC3E}">
        <p14:creationId xmlns:p14="http://schemas.microsoft.com/office/powerpoint/2010/main" val="31234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35" name="Freeform 287">
            <a:extLst>
              <a:ext uri="{FF2B5EF4-FFF2-40B4-BE49-F238E27FC236}">
                <a16:creationId xmlns:a16="http://schemas.microsoft.com/office/drawing/2014/main" id="{E9ED0E84-6E53-4D27-82DC-D77A37B17AFE}"/>
              </a:ext>
            </a:extLst>
          </p:cNvPr>
          <p:cNvSpPr/>
          <p:nvPr/>
        </p:nvSpPr>
        <p:spPr bwMode="auto">
          <a:xfrm>
            <a:off x="3740367" y="1364062"/>
            <a:ext cx="154193" cy="188147"/>
          </a:xfrm>
          <a:custGeom>
            <a:avLst/>
            <a:gdLst/>
            <a:ahLst/>
            <a:cxnLst>
              <a:cxn ang="0">
                <a:pos x="43" y="50"/>
              </a:cxn>
              <a:cxn ang="0">
                <a:pos x="4" y="52"/>
              </a:cxn>
              <a:cxn ang="0">
                <a:pos x="0" y="3"/>
              </a:cxn>
              <a:cxn ang="0">
                <a:pos x="40" y="0"/>
              </a:cxn>
              <a:cxn ang="0">
                <a:pos x="43" y="50"/>
              </a:cxn>
            </a:cxnLst>
            <a:rect l="0" t="0" r="r" b="b"/>
            <a:pathLst>
              <a:path w="43" h="52">
                <a:moveTo>
                  <a:pt x="43" y="50"/>
                </a:moveTo>
                <a:lnTo>
                  <a:pt x="4" y="52"/>
                </a:lnTo>
                <a:lnTo>
                  <a:pt x="0" y="3"/>
                </a:lnTo>
                <a:lnTo>
                  <a:pt x="40" y="0"/>
                </a:lnTo>
                <a:lnTo>
                  <a:pt x="43" y="5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6" name="Freeform 288">
            <a:extLst>
              <a:ext uri="{FF2B5EF4-FFF2-40B4-BE49-F238E27FC236}">
                <a16:creationId xmlns:a16="http://schemas.microsoft.com/office/drawing/2014/main" id="{6FA9BF89-6E9E-4E54-8F9A-33E9205DA71F}"/>
              </a:ext>
            </a:extLst>
          </p:cNvPr>
          <p:cNvSpPr/>
          <p:nvPr/>
        </p:nvSpPr>
        <p:spPr bwMode="auto">
          <a:xfrm>
            <a:off x="3550315" y="1389390"/>
            <a:ext cx="179294" cy="202620"/>
          </a:xfrm>
          <a:custGeom>
            <a:avLst/>
            <a:gdLst/>
            <a:ahLst/>
            <a:cxnLst>
              <a:cxn ang="0">
                <a:pos x="50" y="47"/>
              </a:cxn>
              <a:cxn ang="0">
                <a:pos x="12" y="56"/>
              </a:cxn>
              <a:cxn ang="0">
                <a:pos x="0" y="9"/>
              </a:cxn>
              <a:cxn ang="0">
                <a:pos x="39" y="0"/>
              </a:cxn>
              <a:cxn ang="0">
                <a:pos x="50" y="47"/>
              </a:cxn>
            </a:cxnLst>
            <a:rect l="0" t="0" r="r" b="b"/>
            <a:pathLst>
              <a:path w="50" h="56">
                <a:moveTo>
                  <a:pt x="50" y="47"/>
                </a:moveTo>
                <a:lnTo>
                  <a:pt x="12" y="56"/>
                </a:lnTo>
                <a:lnTo>
                  <a:pt x="0" y="9"/>
                </a:lnTo>
                <a:lnTo>
                  <a:pt x="39" y="0"/>
                </a:lnTo>
                <a:lnTo>
                  <a:pt x="50" y="4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7" name="Freeform 309">
            <a:extLst>
              <a:ext uri="{FF2B5EF4-FFF2-40B4-BE49-F238E27FC236}">
                <a16:creationId xmlns:a16="http://schemas.microsoft.com/office/drawing/2014/main" id="{B54FA436-0386-4757-B3FF-20105EBE59FE}"/>
              </a:ext>
            </a:extLst>
          </p:cNvPr>
          <p:cNvSpPr/>
          <p:nvPr/>
        </p:nvSpPr>
        <p:spPr bwMode="auto">
          <a:xfrm>
            <a:off x="4084610" y="1385772"/>
            <a:ext cx="186466" cy="206238"/>
          </a:xfrm>
          <a:custGeom>
            <a:avLst/>
            <a:gdLst/>
            <a:ahLst/>
            <a:cxnLst>
              <a:cxn ang="0">
                <a:pos x="39" y="57"/>
              </a:cxn>
              <a:cxn ang="0">
                <a:pos x="0" y="46"/>
              </a:cxn>
              <a:cxn ang="0">
                <a:pos x="14" y="0"/>
              </a:cxn>
              <a:cxn ang="0">
                <a:pos x="52" y="10"/>
              </a:cxn>
              <a:cxn ang="0">
                <a:pos x="39" y="57"/>
              </a:cxn>
            </a:cxnLst>
            <a:rect l="0" t="0" r="r" b="b"/>
            <a:pathLst>
              <a:path w="52" h="57">
                <a:moveTo>
                  <a:pt x="39" y="57"/>
                </a:moveTo>
                <a:lnTo>
                  <a:pt x="0" y="46"/>
                </a:lnTo>
                <a:lnTo>
                  <a:pt x="14" y="0"/>
                </a:lnTo>
                <a:lnTo>
                  <a:pt x="52" y="10"/>
                </a:lnTo>
                <a:lnTo>
                  <a:pt x="39" y="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8" name="Freeform 310">
            <a:extLst>
              <a:ext uri="{FF2B5EF4-FFF2-40B4-BE49-F238E27FC236}">
                <a16:creationId xmlns:a16="http://schemas.microsoft.com/office/drawing/2014/main" id="{C691FE5B-C352-45CF-BD04-F741EF9F055C}"/>
              </a:ext>
            </a:extLst>
          </p:cNvPr>
          <p:cNvSpPr/>
          <p:nvPr/>
        </p:nvSpPr>
        <p:spPr bwMode="auto">
          <a:xfrm>
            <a:off x="3919660" y="1360444"/>
            <a:ext cx="161365" cy="191765"/>
          </a:xfrm>
          <a:custGeom>
            <a:avLst/>
            <a:gdLst/>
            <a:ahLst/>
            <a:cxnLst>
              <a:cxn ang="0">
                <a:pos x="39" y="53"/>
              </a:cxn>
              <a:cxn ang="0">
                <a:pos x="0" y="50"/>
              </a:cxn>
              <a:cxn ang="0">
                <a:pos x="6" y="0"/>
              </a:cxn>
              <a:cxn ang="0">
                <a:pos x="45" y="4"/>
              </a:cxn>
              <a:cxn ang="0">
                <a:pos x="39" y="53"/>
              </a:cxn>
            </a:cxnLst>
            <a:rect l="0" t="0" r="r" b="b"/>
            <a:pathLst>
              <a:path w="45" h="53">
                <a:moveTo>
                  <a:pt x="39" y="53"/>
                </a:moveTo>
                <a:lnTo>
                  <a:pt x="0" y="50"/>
                </a:lnTo>
                <a:lnTo>
                  <a:pt x="6" y="0"/>
                </a:lnTo>
                <a:lnTo>
                  <a:pt x="45" y="4"/>
                </a:lnTo>
                <a:lnTo>
                  <a:pt x="39" y="5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9" name="Freeform 311">
            <a:extLst>
              <a:ext uri="{FF2B5EF4-FFF2-40B4-BE49-F238E27FC236}">
                <a16:creationId xmlns:a16="http://schemas.microsoft.com/office/drawing/2014/main" id="{0C67BFF1-F00C-4E7F-9283-4D01308A6EE8}"/>
              </a:ext>
            </a:extLst>
          </p:cNvPr>
          <p:cNvSpPr/>
          <p:nvPr/>
        </p:nvSpPr>
        <p:spPr bwMode="auto">
          <a:xfrm>
            <a:off x="3740367" y="1364062"/>
            <a:ext cx="154193" cy="188147"/>
          </a:xfrm>
          <a:custGeom>
            <a:avLst/>
            <a:gdLst/>
            <a:ahLst/>
            <a:cxnLst>
              <a:cxn ang="0">
                <a:pos x="43" y="50"/>
              </a:cxn>
              <a:cxn ang="0">
                <a:pos x="4" y="52"/>
              </a:cxn>
              <a:cxn ang="0">
                <a:pos x="0" y="3"/>
              </a:cxn>
              <a:cxn ang="0">
                <a:pos x="40" y="0"/>
              </a:cxn>
              <a:cxn ang="0">
                <a:pos x="43" y="50"/>
              </a:cxn>
            </a:cxnLst>
            <a:rect l="0" t="0" r="r" b="b"/>
            <a:pathLst>
              <a:path w="43" h="52">
                <a:moveTo>
                  <a:pt x="43" y="50"/>
                </a:moveTo>
                <a:lnTo>
                  <a:pt x="4" y="52"/>
                </a:lnTo>
                <a:lnTo>
                  <a:pt x="0" y="3"/>
                </a:lnTo>
                <a:lnTo>
                  <a:pt x="40" y="0"/>
                </a:lnTo>
                <a:lnTo>
                  <a:pt x="43" y="5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0" name="Freeform 283">
            <a:extLst>
              <a:ext uri="{FF2B5EF4-FFF2-40B4-BE49-F238E27FC236}">
                <a16:creationId xmlns:a16="http://schemas.microsoft.com/office/drawing/2014/main" id="{401337EE-79EF-44D9-8F1F-2AF85EE2B545}"/>
              </a:ext>
            </a:extLst>
          </p:cNvPr>
          <p:cNvSpPr/>
          <p:nvPr/>
        </p:nvSpPr>
        <p:spPr bwMode="auto">
          <a:xfrm>
            <a:off x="3378192" y="3350457"/>
            <a:ext cx="204395" cy="220710"/>
          </a:xfrm>
          <a:custGeom>
            <a:avLst/>
            <a:gdLst/>
            <a:ahLst/>
            <a:cxnLst>
              <a:cxn ang="0">
                <a:pos x="21" y="0"/>
              </a:cxn>
              <a:cxn ang="0">
                <a:pos x="57" y="17"/>
              </a:cxn>
              <a:cxn ang="0">
                <a:pos x="36" y="61"/>
              </a:cxn>
              <a:cxn ang="0">
                <a:pos x="0" y="44"/>
              </a:cxn>
              <a:cxn ang="0">
                <a:pos x="21" y="0"/>
              </a:cxn>
            </a:cxnLst>
            <a:rect l="0" t="0" r="r" b="b"/>
            <a:pathLst>
              <a:path w="57" h="61">
                <a:moveTo>
                  <a:pt x="21" y="0"/>
                </a:moveTo>
                <a:lnTo>
                  <a:pt x="57" y="17"/>
                </a:lnTo>
                <a:lnTo>
                  <a:pt x="36" y="61"/>
                </a:lnTo>
                <a:lnTo>
                  <a:pt x="0" y="44"/>
                </a:lnTo>
                <a:lnTo>
                  <a:pt x="21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1" name="Freeform 284">
            <a:extLst>
              <a:ext uri="{FF2B5EF4-FFF2-40B4-BE49-F238E27FC236}">
                <a16:creationId xmlns:a16="http://schemas.microsoft.com/office/drawing/2014/main" id="{059075B2-83AF-47C9-9603-239C50F2F1D1}"/>
              </a:ext>
            </a:extLst>
          </p:cNvPr>
          <p:cNvSpPr/>
          <p:nvPr/>
        </p:nvSpPr>
        <p:spPr bwMode="auto">
          <a:xfrm>
            <a:off x="3561072" y="3415584"/>
            <a:ext cx="186466" cy="213474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52" y="11"/>
              </a:cxn>
              <a:cxn ang="0">
                <a:pos x="38" y="59"/>
              </a:cxn>
              <a:cxn ang="0">
                <a:pos x="0" y="47"/>
              </a:cxn>
              <a:cxn ang="0">
                <a:pos x="13" y="0"/>
              </a:cxn>
            </a:cxnLst>
            <a:rect l="0" t="0" r="r" b="b"/>
            <a:pathLst>
              <a:path w="52" h="59">
                <a:moveTo>
                  <a:pt x="13" y="0"/>
                </a:moveTo>
                <a:lnTo>
                  <a:pt x="52" y="11"/>
                </a:lnTo>
                <a:lnTo>
                  <a:pt x="38" y="59"/>
                </a:lnTo>
                <a:lnTo>
                  <a:pt x="0" y="47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2" name="Freeform 285">
            <a:extLst>
              <a:ext uri="{FF2B5EF4-FFF2-40B4-BE49-F238E27FC236}">
                <a16:creationId xmlns:a16="http://schemas.microsoft.com/office/drawing/2014/main" id="{207E9B09-9272-4D2C-9869-8054AFA71261}"/>
              </a:ext>
            </a:extLst>
          </p:cNvPr>
          <p:cNvSpPr/>
          <p:nvPr/>
        </p:nvSpPr>
        <p:spPr bwMode="auto">
          <a:xfrm>
            <a:off x="3754709" y="3455384"/>
            <a:ext cx="157779" cy="191765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44" y="5"/>
              </a:cxn>
              <a:cxn ang="0">
                <a:pos x="39" y="53"/>
              </a:cxn>
              <a:cxn ang="0">
                <a:pos x="0" y="49"/>
              </a:cxn>
              <a:cxn ang="0">
                <a:pos x="4" y="0"/>
              </a:cxn>
            </a:cxnLst>
            <a:rect l="0" t="0" r="r" b="b"/>
            <a:pathLst>
              <a:path w="44" h="53">
                <a:moveTo>
                  <a:pt x="4" y="0"/>
                </a:moveTo>
                <a:lnTo>
                  <a:pt x="44" y="5"/>
                </a:lnTo>
                <a:lnTo>
                  <a:pt x="39" y="53"/>
                </a:lnTo>
                <a:lnTo>
                  <a:pt x="0" y="49"/>
                </a:lnTo>
                <a:lnTo>
                  <a:pt x="4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3" name="Freeform 286">
            <a:extLst>
              <a:ext uri="{FF2B5EF4-FFF2-40B4-BE49-F238E27FC236}">
                <a16:creationId xmlns:a16="http://schemas.microsoft.com/office/drawing/2014/main" id="{9025BDB8-F11B-4B58-B49C-22154C51F7B1}"/>
              </a:ext>
            </a:extLst>
          </p:cNvPr>
          <p:cNvSpPr/>
          <p:nvPr/>
        </p:nvSpPr>
        <p:spPr bwMode="auto">
          <a:xfrm>
            <a:off x="3934003" y="3455385"/>
            <a:ext cx="154193" cy="188147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40" y="0"/>
              </a:cxn>
              <a:cxn ang="0">
                <a:pos x="43" y="50"/>
              </a:cxn>
              <a:cxn ang="0">
                <a:pos x="4" y="52"/>
              </a:cxn>
              <a:cxn ang="0">
                <a:pos x="0" y="4"/>
              </a:cxn>
            </a:cxnLst>
            <a:rect l="0" t="0" r="r" b="b"/>
            <a:pathLst>
              <a:path w="43" h="52">
                <a:moveTo>
                  <a:pt x="0" y="4"/>
                </a:moveTo>
                <a:lnTo>
                  <a:pt x="40" y="0"/>
                </a:lnTo>
                <a:lnTo>
                  <a:pt x="43" y="50"/>
                </a:lnTo>
                <a:lnTo>
                  <a:pt x="4" y="52"/>
                </a:lnTo>
                <a:lnTo>
                  <a:pt x="0" y="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4" name="Freeform 289">
            <a:extLst>
              <a:ext uri="{FF2B5EF4-FFF2-40B4-BE49-F238E27FC236}">
                <a16:creationId xmlns:a16="http://schemas.microsoft.com/office/drawing/2014/main" id="{8CE728B9-8C4A-4B74-BAFC-5A371FDFBE7F}"/>
              </a:ext>
            </a:extLst>
          </p:cNvPr>
          <p:cNvSpPr/>
          <p:nvPr/>
        </p:nvSpPr>
        <p:spPr bwMode="auto">
          <a:xfrm>
            <a:off x="3371020" y="1447281"/>
            <a:ext cx="200809" cy="217092"/>
          </a:xfrm>
          <a:custGeom>
            <a:avLst/>
            <a:gdLst/>
            <a:ahLst/>
            <a:cxnLst>
              <a:cxn ang="0">
                <a:pos x="56" y="45"/>
              </a:cxn>
              <a:cxn ang="0">
                <a:pos x="19" y="60"/>
              </a:cxn>
              <a:cxn ang="0">
                <a:pos x="0" y="15"/>
              </a:cxn>
              <a:cxn ang="0">
                <a:pos x="36" y="0"/>
              </a:cxn>
              <a:cxn ang="0">
                <a:pos x="56" y="45"/>
              </a:cxn>
            </a:cxnLst>
            <a:rect l="0" t="0" r="r" b="b"/>
            <a:pathLst>
              <a:path w="56" h="60">
                <a:moveTo>
                  <a:pt x="56" y="45"/>
                </a:moveTo>
                <a:lnTo>
                  <a:pt x="19" y="60"/>
                </a:lnTo>
                <a:lnTo>
                  <a:pt x="0" y="15"/>
                </a:lnTo>
                <a:lnTo>
                  <a:pt x="36" y="0"/>
                </a:lnTo>
                <a:lnTo>
                  <a:pt x="56" y="4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5" name="Freeform 290">
            <a:extLst>
              <a:ext uri="{FF2B5EF4-FFF2-40B4-BE49-F238E27FC236}">
                <a16:creationId xmlns:a16="http://schemas.microsoft.com/office/drawing/2014/main" id="{903C9DFD-D0E5-4E6B-82D1-009CFD142F1A}"/>
              </a:ext>
            </a:extLst>
          </p:cNvPr>
          <p:cNvSpPr/>
          <p:nvPr/>
        </p:nvSpPr>
        <p:spPr bwMode="auto">
          <a:xfrm>
            <a:off x="3202483" y="1534118"/>
            <a:ext cx="218739" cy="224328"/>
          </a:xfrm>
          <a:custGeom>
            <a:avLst/>
            <a:gdLst/>
            <a:ahLst/>
            <a:cxnLst>
              <a:cxn ang="0">
                <a:pos x="61" y="41"/>
              </a:cxn>
              <a:cxn ang="0">
                <a:pos x="29" y="62"/>
              </a:cxn>
              <a:cxn ang="0">
                <a:pos x="0" y="22"/>
              </a:cxn>
              <a:cxn ang="0">
                <a:pos x="34" y="0"/>
              </a:cxn>
              <a:cxn ang="0">
                <a:pos x="61" y="41"/>
              </a:cxn>
            </a:cxnLst>
            <a:rect l="0" t="0" r="r" b="b"/>
            <a:pathLst>
              <a:path w="61" h="62">
                <a:moveTo>
                  <a:pt x="61" y="41"/>
                </a:moveTo>
                <a:lnTo>
                  <a:pt x="29" y="62"/>
                </a:lnTo>
                <a:lnTo>
                  <a:pt x="0" y="22"/>
                </a:lnTo>
                <a:lnTo>
                  <a:pt x="34" y="0"/>
                </a:lnTo>
                <a:lnTo>
                  <a:pt x="61" y="41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6" name="Freeform 291">
            <a:extLst>
              <a:ext uri="{FF2B5EF4-FFF2-40B4-BE49-F238E27FC236}">
                <a16:creationId xmlns:a16="http://schemas.microsoft.com/office/drawing/2014/main" id="{B15AB4CE-E8B9-40E4-A02C-15CFC7206543}"/>
              </a:ext>
            </a:extLst>
          </p:cNvPr>
          <p:cNvSpPr/>
          <p:nvPr/>
        </p:nvSpPr>
        <p:spPr bwMode="auto">
          <a:xfrm>
            <a:off x="3062635" y="1653519"/>
            <a:ext cx="225911" cy="224328"/>
          </a:xfrm>
          <a:custGeom>
            <a:avLst/>
            <a:gdLst/>
            <a:ahLst/>
            <a:cxnLst>
              <a:cxn ang="0">
                <a:pos x="63" y="35"/>
              </a:cxn>
              <a:cxn ang="0">
                <a:pos x="34" y="62"/>
              </a:cxn>
              <a:cxn ang="0">
                <a:pos x="0" y="27"/>
              </a:cxn>
              <a:cxn ang="0">
                <a:pos x="28" y="0"/>
              </a:cxn>
              <a:cxn ang="0">
                <a:pos x="63" y="35"/>
              </a:cxn>
            </a:cxnLst>
            <a:rect l="0" t="0" r="r" b="b"/>
            <a:pathLst>
              <a:path w="63" h="62">
                <a:moveTo>
                  <a:pt x="63" y="35"/>
                </a:moveTo>
                <a:lnTo>
                  <a:pt x="34" y="62"/>
                </a:lnTo>
                <a:lnTo>
                  <a:pt x="0" y="27"/>
                </a:lnTo>
                <a:lnTo>
                  <a:pt x="28" y="0"/>
                </a:lnTo>
                <a:lnTo>
                  <a:pt x="63" y="3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3" name="Freeform 292">
            <a:extLst>
              <a:ext uri="{FF2B5EF4-FFF2-40B4-BE49-F238E27FC236}">
                <a16:creationId xmlns:a16="http://schemas.microsoft.com/office/drawing/2014/main" id="{07754546-493D-445F-9718-D0F50D6A62E8}"/>
              </a:ext>
            </a:extLst>
          </p:cNvPr>
          <p:cNvSpPr/>
          <p:nvPr/>
        </p:nvSpPr>
        <p:spPr bwMode="auto">
          <a:xfrm>
            <a:off x="2944300" y="1798248"/>
            <a:ext cx="225911" cy="217092"/>
          </a:xfrm>
          <a:custGeom>
            <a:avLst/>
            <a:gdLst/>
            <a:ahLst/>
            <a:cxnLst>
              <a:cxn ang="0">
                <a:pos x="63" y="29"/>
              </a:cxn>
              <a:cxn ang="0">
                <a:pos x="40" y="60"/>
              </a:cxn>
              <a:cxn ang="0">
                <a:pos x="0" y="32"/>
              </a:cxn>
              <a:cxn ang="0">
                <a:pos x="24" y="0"/>
              </a:cxn>
              <a:cxn ang="0">
                <a:pos x="63" y="29"/>
              </a:cxn>
            </a:cxnLst>
            <a:rect l="0" t="0" r="r" b="b"/>
            <a:pathLst>
              <a:path w="63" h="60">
                <a:moveTo>
                  <a:pt x="63" y="29"/>
                </a:moveTo>
                <a:lnTo>
                  <a:pt x="40" y="60"/>
                </a:lnTo>
                <a:lnTo>
                  <a:pt x="0" y="32"/>
                </a:lnTo>
                <a:lnTo>
                  <a:pt x="24" y="0"/>
                </a:lnTo>
                <a:lnTo>
                  <a:pt x="63" y="2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5" name="Freeform 293">
            <a:extLst>
              <a:ext uri="{FF2B5EF4-FFF2-40B4-BE49-F238E27FC236}">
                <a16:creationId xmlns:a16="http://schemas.microsoft.com/office/drawing/2014/main" id="{DD364CAC-D948-4A22-B5BF-03DE1430E311}"/>
              </a:ext>
            </a:extLst>
          </p:cNvPr>
          <p:cNvSpPr/>
          <p:nvPr/>
        </p:nvSpPr>
        <p:spPr bwMode="auto">
          <a:xfrm>
            <a:off x="2861824" y="1964685"/>
            <a:ext cx="218739" cy="206238"/>
          </a:xfrm>
          <a:custGeom>
            <a:avLst/>
            <a:gdLst/>
            <a:ahLst/>
            <a:cxnLst>
              <a:cxn ang="0">
                <a:pos x="61" y="21"/>
              </a:cxn>
              <a:cxn ang="0">
                <a:pos x="44" y="57"/>
              </a:cxn>
              <a:cxn ang="0">
                <a:pos x="0" y="36"/>
              </a:cxn>
              <a:cxn ang="0">
                <a:pos x="17" y="0"/>
              </a:cxn>
              <a:cxn ang="0">
                <a:pos x="61" y="21"/>
              </a:cxn>
            </a:cxnLst>
            <a:rect l="0" t="0" r="r" b="b"/>
            <a:pathLst>
              <a:path w="61" h="57">
                <a:moveTo>
                  <a:pt x="61" y="21"/>
                </a:moveTo>
                <a:lnTo>
                  <a:pt x="44" y="57"/>
                </a:lnTo>
                <a:lnTo>
                  <a:pt x="0" y="36"/>
                </a:lnTo>
                <a:lnTo>
                  <a:pt x="17" y="0"/>
                </a:lnTo>
                <a:lnTo>
                  <a:pt x="61" y="21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6" name="Freeform 294">
            <a:extLst>
              <a:ext uri="{FF2B5EF4-FFF2-40B4-BE49-F238E27FC236}">
                <a16:creationId xmlns:a16="http://schemas.microsoft.com/office/drawing/2014/main" id="{F92DC1AD-0ADF-434E-8CC3-EB867E835894}"/>
              </a:ext>
            </a:extLst>
          </p:cNvPr>
          <p:cNvSpPr/>
          <p:nvPr/>
        </p:nvSpPr>
        <p:spPr bwMode="auto">
          <a:xfrm>
            <a:off x="2804450" y="2145594"/>
            <a:ext cx="207981" cy="188147"/>
          </a:xfrm>
          <a:custGeom>
            <a:avLst/>
            <a:gdLst/>
            <a:ahLst/>
            <a:cxnLst>
              <a:cxn ang="0">
                <a:pos x="58" y="14"/>
              </a:cxn>
              <a:cxn ang="0">
                <a:pos x="47" y="52"/>
              </a:cxn>
              <a:cxn ang="0">
                <a:pos x="0" y="38"/>
              </a:cxn>
              <a:cxn ang="0">
                <a:pos x="11" y="0"/>
              </a:cxn>
              <a:cxn ang="0">
                <a:pos x="58" y="14"/>
              </a:cxn>
            </a:cxnLst>
            <a:rect l="0" t="0" r="r" b="b"/>
            <a:pathLst>
              <a:path w="58" h="52">
                <a:moveTo>
                  <a:pt x="58" y="14"/>
                </a:moveTo>
                <a:lnTo>
                  <a:pt x="47" y="52"/>
                </a:lnTo>
                <a:lnTo>
                  <a:pt x="0" y="38"/>
                </a:lnTo>
                <a:lnTo>
                  <a:pt x="11" y="0"/>
                </a:lnTo>
                <a:lnTo>
                  <a:pt x="58" y="1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7" name="Freeform 295">
            <a:extLst>
              <a:ext uri="{FF2B5EF4-FFF2-40B4-BE49-F238E27FC236}">
                <a16:creationId xmlns:a16="http://schemas.microsoft.com/office/drawing/2014/main" id="{6861058D-4BE2-4E05-9AAD-2AECBF87D278}"/>
              </a:ext>
            </a:extLst>
          </p:cNvPr>
          <p:cNvSpPr/>
          <p:nvPr/>
        </p:nvSpPr>
        <p:spPr bwMode="auto">
          <a:xfrm>
            <a:off x="2782936" y="2337359"/>
            <a:ext cx="190052" cy="166437"/>
          </a:xfrm>
          <a:custGeom>
            <a:avLst/>
            <a:gdLst/>
            <a:ahLst/>
            <a:cxnLst>
              <a:cxn ang="0">
                <a:pos x="53" y="6"/>
              </a:cxn>
              <a:cxn ang="0">
                <a:pos x="49" y="46"/>
              </a:cxn>
              <a:cxn ang="0">
                <a:pos x="0" y="40"/>
              </a:cxn>
              <a:cxn ang="0">
                <a:pos x="5" y="0"/>
              </a:cxn>
              <a:cxn ang="0">
                <a:pos x="53" y="6"/>
              </a:cxn>
            </a:cxnLst>
            <a:rect l="0" t="0" r="r" b="b"/>
            <a:pathLst>
              <a:path w="53" h="46">
                <a:moveTo>
                  <a:pt x="53" y="6"/>
                </a:moveTo>
                <a:lnTo>
                  <a:pt x="49" y="46"/>
                </a:lnTo>
                <a:lnTo>
                  <a:pt x="0" y="40"/>
                </a:lnTo>
                <a:lnTo>
                  <a:pt x="5" y="0"/>
                </a:lnTo>
                <a:lnTo>
                  <a:pt x="53" y="6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8" name="Freeform 296">
            <a:extLst>
              <a:ext uri="{FF2B5EF4-FFF2-40B4-BE49-F238E27FC236}">
                <a16:creationId xmlns:a16="http://schemas.microsoft.com/office/drawing/2014/main" id="{9C26EDB1-E09D-4D5D-8579-CB7AC08F21E4}"/>
              </a:ext>
            </a:extLst>
          </p:cNvPr>
          <p:cNvSpPr/>
          <p:nvPr/>
        </p:nvSpPr>
        <p:spPr bwMode="auto">
          <a:xfrm>
            <a:off x="2786521" y="2525507"/>
            <a:ext cx="182880" cy="155583"/>
          </a:xfrm>
          <a:custGeom>
            <a:avLst/>
            <a:gdLst/>
            <a:ahLst/>
            <a:cxnLst>
              <a:cxn ang="0">
                <a:pos x="49" y="0"/>
              </a:cxn>
              <a:cxn ang="0">
                <a:pos x="51" y="40"/>
              </a:cxn>
              <a:cxn ang="0">
                <a:pos x="3" y="43"/>
              </a:cxn>
              <a:cxn ang="0">
                <a:pos x="0" y="4"/>
              </a:cxn>
              <a:cxn ang="0">
                <a:pos x="49" y="0"/>
              </a:cxn>
            </a:cxnLst>
            <a:rect l="0" t="0" r="r" b="b"/>
            <a:pathLst>
              <a:path w="51" h="43">
                <a:moveTo>
                  <a:pt x="49" y="0"/>
                </a:moveTo>
                <a:lnTo>
                  <a:pt x="51" y="40"/>
                </a:lnTo>
                <a:lnTo>
                  <a:pt x="3" y="43"/>
                </a:lnTo>
                <a:lnTo>
                  <a:pt x="0" y="4"/>
                </a:lnTo>
                <a:lnTo>
                  <a:pt x="49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9" name="Freeform 297">
            <a:extLst>
              <a:ext uri="{FF2B5EF4-FFF2-40B4-BE49-F238E27FC236}">
                <a16:creationId xmlns:a16="http://schemas.microsoft.com/office/drawing/2014/main" id="{DC4FD03F-E854-469B-AA6B-D4F8877F496D}"/>
              </a:ext>
            </a:extLst>
          </p:cNvPr>
          <p:cNvSpPr/>
          <p:nvPr/>
        </p:nvSpPr>
        <p:spPr bwMode="auto">
          <a:xfrm>
            <a:off x="2808037" y="2695562"/>
            <a:ext cx="204395" cy="177292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57" y="38"/>
              </a:cxn>
              <a:cxn ang="0">
                <a:pos x="10" y="49"/>
              </a:cxn>
              <a:cxn ang="0">
                <a:pos x="0" y="11"/>
              </a:cxn>
              <a:cxn ang="0">
                <a:pos x="48" y="0"/>
              </a:cxn>
            </a:cxnLst>
            <a:rect l="0" t="0" r="r" b="b"/>
            <a:pathLst>
              <a:path w="57" h="49">
                <a:moveTo>
                  <a:pt x="48" y="0"/>
                </a:moveTo>
                <a:lnTo>
                  <a:pt x="57" y="38"/>
                </a:lnTo>
                <a:lnTo>
                  <a:pt x="10" y="49"/>
                </a:lnTo>
                <a:lnTo>
                  <a:pt x="0" y="11"/>
                </a:lnTo>
                <a:lnTo>
                  <a:pt x="48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0" name="Freeform 298">
            <a:extLst>
              <a:ext uri="{FF2B5EF4-FFF2-40B4-BE49-F238E27FC236}">
                <a16:creationId xmlns:a16="http://schemas.microsoft.com/office/drawing/2014/main" id="{A943ABA6-A6AA-43BD-807F-1F45386A6367}"/>
              </a:ext>
            </a:extLst>
          </p:cNvPr>
          <p:cNvSpPr/>
          <p:nvPr/>
        </p:nvSpPr>
        <p:spPr bwMode="auto">
          <a:xfrm>
            <a:off x="2865410" y="2854763"/>
            <a:ext cx="218739" cy="202620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61" y="36"/>
              </a:cxn>
              <a:cxn ang="0">
                <a:pos x="17" y="56"/>
              </a:cxn>
              <a:cxn ang="0">
                <a:pos x="0" y="20"/>
              </a:cxn>
              <a:cxn ang="0">
                <a:pos x="45" y="0"/>
              </a:cxn>
            </a:cxnLst>
            <a:rect l="0" t="0" r="r" b="b"/>
            <a:pathLst>
              <a:path w="61" h="56">
                <a:moveTo>
                  <a:pt x="45" y="0"/>
                </a:moveTo>
                <a:lnTo>
                  <a:pt x="61" y="36"/>
                </a:lnTo>
                <a:lnTo>
                  <a:pt x="17" y="56"/>
                </a:lnTo>
                <a:lnTo>
                  <a:pt x="0" y="20"/>
                </a:lnTo>
                <a:lnTo>
                  <a:pt x="45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1" name="Freeform 299">
            <a:extLst>
              <a:ext uri="{FF2B5EF4-FFF2-40B4-BE49-F238E27FC236}">
                <a16:creationId xmlns:a16="http://schemas.microsoft.com/office/drawing/2014/main" id="{FEB6CCEC-1B9F-4F6D-A5B0-2D1F7D129F26}"/>
              </a:ext>
            </a:extLst>
          </p:cNvPr>
          <p:cNvSpPr/>
          <p:nvPr/>
        </p:nvSpPr>
        <p:spPr bwMode="auto">
          <a:xfrm>
            <a:off x="2955058" y="3003109"/>
            <a:ext cx="225911" cy="220710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63" y="33"/>
              </a:cxn>
              <a:cxn ang="0">
                <a:pos x="22" y="61"/>
              </a:cxn>
              <a:cxn ang="0">
                <a:pos x="0" y="27"/>
              </a:cxn>
              <a:cxn ang="0">
                <a:pos x="40" y="0"/>
              </a:cxn>
            </a:cxnLst>
            <a:rect l="0" t="0" r="r" b="b"/>
            <a:pathLst>
              <a:path w="63" h="61">
                <a:moveTo>
                  <a:pt x="40" y="0"/>
                </a:moveTo>
                <a:lnTo>
                  <a:pt x="63" y="33"/>
                </a:lnTo>
                <a:lnTo>
                  <a:pt x="22" y="61"/>
                </a:lnTo>
                <a:lnTo>
                  <a:pt x="0" y="27"/>
                </a:lnTo>
                <a:lnTo>
                  <a:pt x="40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2" name="Freeform 300">
            <a:extLst>
              <a:ext uri="{FF2B5EF4-FFF2-40B4-BE49-F238E27FC236}">
                <a16:creationId xmlns:a16="http://schemas.microsoft.com/office/drawing/2014/main" id="{B48E9244-E6E2-4F25-BD93-7DD0C27C892D}"/>
              </a:ext>
            </a:extLst>
          </p:cNvPr>
          <p:cNvSpPr/>
          <p:nvPr/>
        </p:nvSpPr>
        <p:spPr bwMode="auto">
          <a:xfrm>
            <a:off x="3069807" y="3136983"/>
            <a:ext cx="225911" cy="231566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63" y="30"/>
              </a:cxn>
              <a:cxn ang="0">
                <a:pos x="28" y="64"/>
              </a:cxn>
              <a:cxn ang="0">
                <a:pos x="0" y="34"/>
              </a:cxn>
              <a:cxn ang="0">
                <a:pos x="36" y="0"/>
              </a:cxn>
            </a:cxnLst>
            <a:rect l="0" t="0" r="r" b="b"/>
            <a:pathLst>
              <a:path w="63" h="64">
                <a:moveTo>
                  <a:pt x="36" y="0"/>
                </a:moveTo>
                <a:lnTo>
                  <a:pt x="63" y="30"/>
                </a:lnTo>
                <a:lnTo>
                  <a:pt x="28" y="64"/>
                </a:lnTo>
                <a:lnTo>
                  <a:pt x="0" y="34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3" name="Freeform 301">
            <a:extLst>
              <a:ext uri="{FF2B5EF4-FFF2-40B4-BE49-F238E27FC236}">
                <a16:creationId xmlns:a16="http://schemas.microsoft.com/office/drawing/2014/main" id="{C0D0F6A3-7E34-4673-82D9-7C0A4887C253}"/>
              </a:ext>
            </a:extLst>
          </p:cNvPr>
          <p:cNvSpPr/>
          <p:nvPr/>
        </p:nvSpPr>
        <p:spPr bwMode="auto">
          <a:xfrm>
            <a:off x="3216827" y="3256383"/>
            <a:ext cx="218739" cy="227947"/>
          </a:xfrm>
          <a:custGeom>
            <a:avLst/>
            <a:gdLst/>
            <a:ahLst/>
            <a:cxnLst>
              <a:cxn ang="0">
                <a:pos x="28" y="0"/>
              </a:cxn>
              <a:cxn ang="0">
                <a:pos x="61" y="24"/>
              </a:cxn>
              <a:cxn ang="0">
                <a:pos x="31" y="63"/>
              </a:cxn>
              <a:cxn ang="0">
                <a:pos x="0" y="40"/>
              </a:cxn>
              <a:cxn ang="0">
                <a:pos x="28" y="0"/>
              </a:cxn>
            </a:cxnLst>
            <a:rect l="0" t="0" r="r" b="b"/>
            <a:pathLst>
              <a:path w="61" h="63">
                <a:moveTo>
                  <a:pt x="28" y="0"/>
                </a:moveTo>
                <a:lnTo>
                  <a:pt x="61" y="24"/>
                </a:lnTo>
                <a:lnTo>
                  <a:pt x="31" y="63"/>
                </a:lnTo>
                <a:lnTo>
                  <a:pt x="0" y="40"/>
                </a:lnTo>
                <a:lnTo>
                  <a:pt x="28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4" name="Freeform 302">
            <a:extLst>
              <a:ext uri="{FF2B5EF4-FFF2-40B4-BE49-F238E27FC236}">
                <a16:creationId xmlns:a16="http://schemas.microsoft.com/office/drawing/2014/main" id="{1F3257DF-3FE4-428D-92FF-9B5EB85DB9BD}"/>
              </a:ext>
            </a:extLst>
          </p:cNvPr>
          <p:cNvSpPr/>
          <p:nvPr/>
        </p:nvSpPr>
        <p:spPr bwMode="auto">
          <a:xfrm>
            <a:off x="4862747" y="2330123"/>
            <a:ext cx="182880" cy="155583"/>
          </a:xfrm>
          <a:custGeom>
            <a:avLst/>
            <a:gdLst/>
            <a:ahLst/>
            <a:cxnLst>
              <a:cxn ang="0">
                <a:pos x="2" y="43"/>
              </a:cxn>
              <a:cxn ang="0">
                <a:pos x="0" y="4"/>
              </a:cxn>
              <a:cxn ang="0">
                <a:pos x="48" y="0"/>
              </a:cxn>
              <a:cxn ang="0">
                <a:pos x="51" y="40"/>
              </a:cxn>
              <a:cxn ang="0">
                <a:pos x="2" y="43"/>
              </a:cxn>
            </a:cxnLst>
            <a:rect l="0" t="0" r="r" b="b"/>
            <a:pathLst>
              <a:path w="51" h="43">
                <a:moveTo>
                  <a:pt x="2" y="43"/>
                </a:moveTo>
                <a:lnTo>
                  <a:pt x="0" y="4"/>
                </a:lnTo>
                <a:lnTo>
                  <a:pt x="48" y="0"/>
                </a:lnTo>
                <a:lnTo>
                  <a:pt x="51" y="40"/>
                </a:lnTo>
                <a:lnTo>
                  <a:pt x="2" y="43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5" name="Freeform 303">
            <a:extLst>
              <a:ext uri="{FF2B5EF4-FFF2-40B4-BE49-F238E27FC236}">
                <a16:creationId xmlns:a16="http://schemas.microsoft.com/office/drawing/2014/main" id="{B2424534-13FB-4116-8C01-848FA59F76C5}"/>
              </a:ext>
            </a:extLst>
          </p:cNvPr>
          <p:cNvSpPr/>
          <p:nvPr/>
        </p:nvSpPr>
        <p:spPr bwMode="auto">
          <a:xfrm>
            <a:off x="4816130" y="2134740"/>
            <a:ext cx="207981" cy="184529"/>
          </a:xfrm>
          <a:custGeom>
            <a:avLst/>
            <a:gdLst/>
            <a:ahLst/>
            <a:cxnLst>
              <a:cxn ang="0">
                <a:pos x="10" y="51"/>
              </a:cxn>
              <a:cxn ang="0">
                <a:pos x="0" y="12"/>
              </a:cxn>
              <a:cxn ang="0">
                <a:pos x="49" y="0"/>
              </a:cxn>
              <a:cxn ang="0">
                <a:pos x="58" y="38"/>
              </a:cxn>
              <a:cxn ang="0">
                <a:pos x="10" y="51"/>
              </a:cxn>
            </a:cxnLst>
            <a:rect l="0" t="0" r="r" b="b"/>
            <a:pathLst>
              <a:path w="58" h="51">
                <a:moveTo>
                  <a:pt x="10" y="51"/>
                </a:moveTo>
                <a:lnTo>
                  <a:pt x="0" y="12"/>
                </a:lnTo>
                <a:lnTo>
                  <a:pt x="49" y="0"/>
                </a:lnTo>
                <a:lnTo>
                  <a:pt x="58" y="38"/>
                </a:lnTo>
                <a:lnTo>
                  <a:pt x="10" y="51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6" name="Freeform 304">
            <a:extLst>
              <a:ext uri="{FF2B5EF4-FFF2-40B4-BE49-F238E27FC236}">
                <a16:creationId xmlns:a16="http://schemas.microsoft.com/office/drawing/2014/main" id="{E8FB29B5-9D4B-4923-AA94-36AE391DA7D5}"/>
              </a:ext>
            </a:extLst>
          </p:cNvPr>
          <p:cNvSpPr/>
          <p:nvPr/>
        </p:nvSpPr>
        <p:spPr bwMode="auto">
          <a:xfrm>
            <a:off x="4747999" y="1950212"/>
            <a:ext cx="218739" cy="206238"/>
          </a:xfrm>
          <a:custGeom>
            <a:avLst/>
            <a:gdLst/>
            <a:ahLst/>
            <a:cxnLst>
              <a:cxn ang="0">
                <a:pos x="16" y="57"/>
              </a:cxn>
              <a:cxn ang="0">
                <a:pos x="0" y="21"/>
              </a:cxn>
              <a:cxn ang="0">
                <a:pos x="45" y="0"/>
              </a:cxn>
              <a:cxn ang="0">
                <a:pos x="61" y="38"/>
              </a:cxn>
              <a:cxn ang="0">
                <a:pos x="16" y="57"/>
              </a:cxn>
            </a:cxnLst>
            <a:rect l="0" t="0" r="r" b="b"/>
            <a:pathLst>
              <a:path w="61" h="57">
                <a:moveTo>
                  <a:pt x="16" y="57"/>
                </a:moveTo>
                <a:lnTo>
                  <a:pt x="0" y="21"/>
                </a:lnTo>
                <a:lnTo>
                  <a:pt x="45" y="0"/>
                </a:lnTo>
                <a:lnTo>
                  <a:pt x="61" y="38"/>
                </a:lnTo>
                <a:lnTo>
                  <a:pt x="16" y="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7" name="Freeform 305">
            <a:extLst>
              <a:ext uri="{FF2B5EF4-FFF2-40B4-BE49-F238E27FC236}">
                <a16:creationId xmlns:a16="http://schemas.microsoft.com/office/drawing/2014/main" id="{D9AFBB09-F0FF-40F5-8C3E-386D2827A4EC}"/>
              </a:ext>
            </a:extLst>
          </p:cNvPr>
          <p:cNvSpPr/>
          <p:nvPr/>
        </p:nvSpPr>
        <p:spPr bwMode="auto">
          <a:xfrm>
            <a:off x="4654766" y="1787392"/>
            <a:ext cx="222325" cy="217092"/>
          </a:xfrm>
          <a:custGeom>
            <a:avLst/>
            <a:gdLst/>
            <a:ahLst/>
            <a:cxnLst>
              <a:cxn ang="0">
                <a:pos x="22" y="60"/>
              </a:cxn>
              <a:cxn ang="0">
                <a:pos x="0" y="27"/>
              </a:cxn>
              <a:cxn ang="0">
                <a:pos x="41" y="0"/>
              </a:cxn>
              <a:cxn ang="0">
                <a:pos x="62" y="33"/>
              </a:cxn>
              <a:cxn ang="0">
                <a:pos x="22" y="60"/>
              </a:cxn>
            </a:cxnLst>
            <a:rect l="0" t="0" r="r" b="b"/>
            <a:pathLst>
              <a:path w="62" h="60">
                <a:moveTo>
                  <a:pt x="22" y="60"/>
                </a:moveTo>
                <a:lnTo>
                  <a:pt x="0" y="27"/>
                </a:lnTo>
                <a:lnTo>
                  <a:pt x="41" y="0"/>
                </a:lnTo>
                <a:lnTo>
                  <a:pt x="62" y="33"/>
                </a:lnTo>
                <a:lnTo>
                  <a:pt x="22" y="6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8" name="Freeform 306">
            <a:extLst>
              <a:ext uri="{FF2B5EF4-FFF2-40B4-BE49-F238E27FC236}">
                <a16:creationId xmlns:a16="http://schemas.microsoft.com/office/drawing/2014/main" id="{6459AE2E-B8B7-49D4-B4F6-7D2FA4A7E70E}"/>
              </a:ext>
            </a:extLst>
          </p:cNvPr>
          <p:cNvSpPr/>
          <p:nvPr/>
        </p:nvSpPr>
        <p:spPr bwMode="auto">
          <a:xfrm>
            <a:off x="4532846" y="1646282"/>
            <a:ext cx="225911" cy="224328"/>
          </a:xfrm>
          <a:custGeom>
            <a:avLst/>
            <a:gdLst/>
            <a:ahLst/>
            <a:cxnLst>
              <a:cxn ang="0">
                <a:pos x="28" y="62"/>
              </a:cxn>
              <a:cxn ang="0">
                <a:pos x="0" y="34"/>
              </a:cxn>
              <a:cxn ang="0">
                <a:pos x="36" y="0"/>
              </a:cxn>
              <a:cxn ang="0">
                <a:pos x="63" y="28"/>
              </a:cxn>
              <a:cxn ang="0">
                <a:pos x="28" y="62"/>
              </a:cxn>
            </a:cxnLst>
            <a:rect l="0" t="0" r="r" b="b"/>
            <a:pathLst>
              <a:path w="63" h="62">
                <a:moveTo>
                  <a:pt x="28" y="62"/>
                </a:moveTo>
                <a:lnTo>
                  <a:pt x="0" y="34"/>
                </a:lnTo>
                <a:lnTo>
                  <a:pt x="36" y="0"/>
                </a:lnTo>
                <a:lnTo>
                  <a:pt x="63" y="28"/>
                </a:lnTo>
                <a:lnTo>
                  <a:pt x="28" y="6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9" name="Freeform 307">
            <a:extLst>
              <a:ext uri="{FF2B5EF4-FFF2-40B4-BE49-F238E27FC236}">
                <a16:creationId xmlns:a16="http://schemas.microsoft.com/office/drawing/2014/main" id="{5712F59F-C015-4161-94F0-F5E9BB973F89}"/>
              </a:ext>
            </a:extLst>
          </p:cNvPr>
          <p:cNvSpPr/>
          <p:nvPr/>
        </p:nvSpPr>
        <p:spPr bwMode="auto">
          <a:xfrm>
            <a:off x="4400168" y="1526881"/>
            <a:ext cx="218739" cy="227947"/>
          </a:xfrm>
          <a:custGeom>
            <a:avLst/>
            <a:gdLst/>
            <a:ahLst/>
            <a:cxnLst>
              <a:cxn ang="0">
                <a:pos x="32" y="63"/>
              </a:cxn>
              <a:cxn ang="0">
                <a:pos x="0" y="40"/>
              </a:cxn>
              <a:cxn ang="0">
                <a:pos x="28" y="0"/>
              </a:cxn>
              <a:cxn ang="0">
                <a:pos x="61" y="23"/>
              </a:cxn>
              <a:cxn ang="0">
                <a:pos x="32" y="63"/>
              </a:cxn>
            </a:cxnLst>
            <a:rect l="0" t="0" r="r" b="b"/>
            <a:pathLst>
              <a:path w="61" h="63">
                <a:moveTo>
                  <a:pt x="32" y="63"/>
                </a:moveTo>
                <a:lnTo>
                  <a:pt x="0" y="40"/>
                </a:lnTo>
                <a:lnTo>
                  <a:pt x="28" y="0"/>
                </a:lnTo>
                <a:lnTo>
                  <a:pt x="61" y="23"/>
                </a:lnTo>
                <a:lnTo>
                  <a:pt x="32" y="6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0" name="Freeform 308">
            <a:extLst>
              <a:ext uri="{FF2B5EF4-FFF2-40B4-BE49-F238E27FC236}">
                <a16:creationId xmlns:a16="http://schemas.microsoft.com/office/drawing/2014/main" id="{920BFFC8-D32B-4D46-A61D-0BCEB1C00A6B}"/>
              </a:ext>
            </a:extLst>
          </p:cNvPr>
          <p:cNvSpPr/>
          <p:nvPr/>
        </p:nvSpPr>
        <p:spPr bwMode="auto">
          <a:xfrm>
            <a:off x="4245975" y="1436426"/>
            <a:ext cx="207981" cy="224328"/>
          </a:xfrm>
          <a:custGeom>
            <a:avLst/>
            <a:gdLst/>
            <a:ahLst/>
            <a:cxnLst>
              <a:cxn ang="0">
                <a:pos x="36" y="62"/>
              </a:cxn>
              <a:cxn ang="0">
                <a:pos x="0" y="44"/>
              </a:cxn>
              <a:cxn ang="0">
                <a:pos x="22" y="0"/>
              </a:cxn>
              <a:cxn ang="0">
                <a:pos x="58" y="18"/>
              </a:cxn>
              <a:cxn ang="0">
                <a:pos x="36" y="62"/>
              </a:cxn>
            </a:cxnLst>
            <a:rect l="0" t="0" r="r" b="b"/>
            <a:pathLst>
              <a:path w="58" h="62">
                <a:moveTo>
                  <a:pt x="36" y="62"/>
                </a:moveTo>
                <a:lnTo>
                  <a:pt x="0" y="44"/>
                </a:lnTo>
                <a:lnTo>
                  <a:pt x="22" y="0"/>
                </a:lnTo>
                <a:lnTo>
                  <a:pt x="58" y="18"/>
                </a:lnTo>
                <a:lnTo>
                  <a:pt x="36" y="6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1" name="Freeform 312">
            <a:extLst>
              <a:ext uri="{FF2B5EF4-FFF2-40B4-BE49-F238E27FC236}">
                <a16:creationId xmlns:a16="http://schemas.microsoft.com/office/drawing/2014/main" id="{DA835B17-865A-4871-B0EC-84C3556AD145}"/>
              </a:ext>
            </a:extLst>
          </p:cNvPr>
          <p:cNvSpPr/>
          <p:nvPr/>
        </p:nvSpPr>
        <p:spPr bwMode="auto">
          <a:xfrm>
            <a:off x="3041119" y="2521888"/>
            <a:ext cx="147021" cy="119401"/>
          </a:xfrm>
          <a:custGeom>
            <a:avLst/>
            <a:gdLst/>
            <a:ahLst/>
            <a:cxnLst>
              <a:cxn ang="0">
                <a:pos x="39" y="0"/>
              </a:cxn>
              <a:cxn ang="0">
                <a:pos x="41" y="31"/>
              </a:cxn>
              <a:cxn ang="0">
                <a:pos x="3" y="33"/>
              </a:cxn>
              <a:cxn ang="0">
                <a:pos x="0" y="2"/>
              </a:cxn>
              <a:cxn ang="0">
                <a:pos x="39" y="0"/>
              </a:cxn>
            </a:cxnLst>
            <a:rect l="0" t="0" r="r" b="b"/>
            <a:pathLst>
              <a:path w="41" h="33">
                <a:moveTo>
                  <a:pt x="39" y="0"/>
                </a:moveTo>
                <a:lnTo>
                  <a:pt x="41" y="31"/>
                </a:lnTo>
                <a:lnTo>
                  <a:pt x="3" y="33"/>
                </a:lnTo>
                <a:lnTo>
                  <a:pt x="0" y="2"/>
                </a:lnTo>
                <a:lnTo>
                  <a:pt x="39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2" name="Freeform 313">
            <a:extLst>
              <a:ext uri="{FF2B5EF4-FFF2-40B4-BE49-F238E27FC236}">
                <a16:creationId xmlns:a16="http://schemas.microsoft.com/office/drawing/2014/main" id="{60038FC3-4931-46F6-B622-DD998C7C2E00}"/>
              </a:ext>
            </a:extLst>
          </p:cNvPr>
          <p:cNvSpPr/>
          <p:nvPr/>
        </p:nvSpPr>
        <p:spPr bwMode="auto">
          <a:xfrm>
            <a:off x="3062634" y="2648525"/>
            <a:ext cx="157779" cy="144729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44" y="31"/>
              </a:cxn>
              <a:cxn ang="0">
                <a:pos x="7" y="40"/>
              </a:cxn>
              <a:cxn ang="0">
                <a:pos x="0" y="9"/>
              </a:cxn>
              <a:cxn ang="0">
                <a:pos x="36" y="0"/>
              </a:cxn>
            </a:cxnLst>
            <a:rect l="0" t="0" r="r" b="b"/>
            <a:pathLst>
              <a:path w="44" h="40">
                <a:moveTo>
                  <a:pt x="36" y="0"/>
                </a:moveTo>
                <a:lnTo>
                  <a:pt x="44" y="31"/>
                </a:lnTo>
                <a:lnTo>
                  <a:pt x="7" y="40"/>
                </a:lnTo>
                <a:lnTo>
                  <a:pt x="0" y="9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3" name="Freeform 314">
            <a:extLst>
              <a:ext uri="{FF2B5EF4-FFF2-40B4-BE49-F238E27FC236}">
                <a16:creationId xmlns:a16="http://schemas.microsoft.com/office/drawing/2014/main" id="{A9B490D0-C9BB-4377-936D-E707CE45CB52}"/>
              </a:ext>
            </a:extLst>
          </p:cNvPr>
          <p:cNvSpPr/>
          <p:nvPr/>
        </p:nvSpPr>
        <p:spPr bwMode="auto">
          <a:xfrm>
            <a:off x="3105664" y="2775162"/>
            <a:ext cx="168536" cy="155583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47" y="28"/>
              </a:cxn>
              <a:cxn ang="0">
                <a:pos x="13" y="43"/>
              </a:cxn>
              <a:cxn ang="0">
                <a:pos x="0" y="15"/>
              </a:cxn>
              <a:cxn ang="0">
                <a:pos x="34" y="0"/>
              </a:cxn>
            </a:cxnLst>
            <a:rect l="0" t="0" r="r" b="b"/>
            <a:pathLst>
              <a:path w="47" h="43">
                <a:moveTo>
                  <a:pt x="34" y="0"/>
                </a:moveTo>
                <a:lnTo>
                  <a:pt x="47" y="28"/>
                </a:lnTo>
                <a:lnTo>
                  <a:pt x="13" y="43"/>
                </a:lnTo>
                <a:lnTo>
                  <a:pt x="0" y="15"/>
                </a:lnTo>
                <a:lnTo>
                  <a:pt x="34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4" name="Freeform 315">
            <a:extLst>
              <a:ext uri="{FF2B5EF4-FFF2-40B4-BE49-F238E27FC236}">
                <a16:creationId xmlns:a16="http://schemas.microsoft.com/office/drawing/2014/main" id="{94AE7C76-DE1E-4A53-BFE7-520D76504B52}"/>
              </a:ext>
            </a:extLst>
          </p:cNvPr>
          <p:cNvSpPr/>
          <p:nvPr/>
        </p:nvSpPr>
        <p:spPr bwMode="auto">
          <a:xfrm>
            <a:off x="3170211" y="2890944"/>
            <a:ext cx="175708" cy="166437"/>
          </a:xfrm>
          <a:custGeom>
            <a:avLst/>
            <a:gdLst/>
            <a:ahLst/>
            <a:cxnLst>
              <a:cxn ang="0">
                <a:pos x="32" y="0"/>
              </a:cxn>
              <a:cxn ang="0">
                <a:pos x="49" y="26"/>
              </a:cxn>
              <a:cxn ang="0">
                <a:pos x="18" y="46"/>
              </a:cxn>
              <a:cxn ang="0">
                <a:pos x="0" y="21"/>
              </a:cxn>
              <a:cxn ang="0">
                <a:pos x="32" y="0"/>
              </a:cxn>
            </a:cxnLst>
            <a:rect l="0" t="0" r="r" b="b"/>
            <a:pathLst>
              <a:path w="49" h="46">
                <a:moveTo>
                  <a:pt x="32" y="0"/>
                </a:moveTo>
                <a:lnTo>
                  <a:pt x="49" y="26"/>
                </a:lnTo>
                <a:lnTo>
                  <a:pt x="18" y="46"/>
                </a:lnTo>
                <a:lnTo>
                  <a:pt x="0" y="21"/>
                </a:lnTo>
                <a:lnTo>
                  <a:pt x="32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5" name="Freeform 316">
            <a:extLst>
              <a:ext uri="{FF2B5EF4-FFF2-40B4-BE49-F238E27FC236}">
                <a16:creationId xmlns:a16="http://schemas.microsoft.com/office/drawing/2014/main" id="{ADE35809-B03C-47D8-841F-DA7D1E3FD06C}"/>
              </a:ext>
            </a:extLst>
          </p:cNvPr>
          <p:cNvSpPr/>
          <p:nvPr/>
        </p:nvSpPr>
        <p:spPr bwMode="auto">
          <a:xfrm>
            <a:off x="3263443" y="2995873"/>
            <a:ext cx="175708" cy="173673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49" y="21"/>
              </a:cxn>
              <a:cxn ang="0">
                <a:pos x="22" y="48"/>
              </a:cxn>
              <a:cxn ang="0">
                <a:pos x="0" y="26"/>
              </a:cxn>
              <a:cxn ang="0">
                <a:pos x="27" y="0"/>
              </a:cxn>
            </a:cxnLst>
            <a:rect l="0" t="0" r="r" b="b"/>
            <a:pathLst>
              <a:path w="49" h="48">
                <a:moveTo>
                  <a:pt x="27" y="0"/>
                </a:moveTo>
                <a:lnTo>
                  <a:pt x="49" y="21"/>
                </a:lnTo>
                <a:lnTo>
                  <a:pt x="22" y="48"/>
                </a:lnTo>
                <a:lnTo>
                  <a:pt x="0" y="26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6" name="Freeform 317">
            <a:extLst>
              <a:ext uri="{FF2B5EF4-FFF2-40B4-BE49-F238E27FC236}">
                <a16:creationId xmlns:a16="http://schemas.microsoft.com/office/drawing/2014/main" id="{CC113ACF-90CF-4472-9806-76AFBEEA4C7E}"/>
              </a:ext>
            </a:extLst>
          </p:cNvPr>
          <p:cNvSpPr/>
          <p:nvPr/>
        </p:nvSpPr>
        <p:spPr bwMode="auto">
          <a:xfrm>
            <a:off x="3783396" y="1624572"/>
            <a:ext cx="114748" cy="144729"/>
          </a:xfrm>
          <a:custGeom>
            <a:avLst/>
            <a:gdLst/>
            <a:ahLst/>
            <a:cxnLst>
              <a:cxn ang="0">
                <a:pos x="32" y="37"/>
              </a:cxn>
              <a:cxn ang="0">
                <a:pos x="2" y="40"/>
              </a:cxn>
              <a:cxn ang="0">
                <a:pos x="0" y="2"/>
              </a:cxn>
              <a:cxn ang="0">
                <a:pos x="30" y="0"/>
              </a:cxn>
              <a:cxn ang="0">
                <a:pos x="32" y="37"/>
              </a:cxn>
            </a:cxnLst>
            <a:rect l="0" t="0" r="r" b="b"/>
            <a:pathLst>
              <a:path w="32" h="40">
                <a:moveTo>
                  <a:pt x="32" y="37"/>
                </a:moveTo>
                <a:lnTo>
                  <a:pt x="2" y="40"/>
                </a:lnTo>
                <a:lnTo>
                  <a:pt x="0" y="2"/>
                </a:lnTo>
                <a:lnTo>
                  <a:pt x="30" y="0"/>
                </a:lnTo>
                <a:lnTo>
                  <a:pt x="32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7" name="Freeform 318">
            <a:extLst>
              <a:ext uri="{FF2B5EF4-FFF2-40B4-BE49-F238E27FC236}">
                <a16:creationId xmlns:a16="http://schemas.microsoft.com/office/drawing/2014/main" id="{951B25AC-07CD-4B9A-963F-C30AF2B2A8C4}"/>
              </a:ext>
            </a:extLst>
          </p:cNvPr>
          <p:cNvSpPr/>
          <p:nvPr/>
        </p:nvSpPr>
        <p:spPr bwMode="auto">
          <a:xfrm>
            <a:off x="3632790" y="1642665"/>
            <a:ext cx="139849" cy="159201"/>
          </a:xfrm>
          <a:custGeom>
            <a:avLst/>
            <a:gdLst/>
            <a:ahLst/>
            <a:cxnLst>
              <a:cxn ang="0">
                <a:pos x="39" y="37"/>
              </a:cxn>
              <a:cxn ang="0">
                <a:pos x="9" y="44"/>
              </a:cxn>
              <a:cxn ang="0">
                <a:pos x="0" y="8"/>
              </a:cxn>
              <a:cxn ang="0">
                <a:pos x="30" y="0"/>
              </a:cxn>
              <a:cxn ang="0">
                <a:pos x="39" y="37"/>
              </a:cxn>
            </a:cxnLst>
            <a:rect l="0" t="0" r="r" b="b"/>
            <a:pathLst>
              <a:path w="39" h="44">
                <a:moveTo>
                  <a:pt x="39" y="37"/>
                </a:moveTo>
                <a:lnTo>
                  <a:pt x="9" y="44"/>
                </a:lnTo>
                <a:lnTo>
                  <a:pt x="0" y="8"/>
                </a:lnTo>
                <a:lnTo>
                  <a:pt x="30" y="0"/>
                </a:lnTo>
                <a:lnTo>
                  <a:pt x="39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8" name="Freeform 319">
            <a:extLst>
              <a:ext uri="{FF2B5EF4-FFF2-40B4-BE49-F238E27FC236}">
                <a16:creationId xmlns:a16="http://schemas.microsoft.com/office/drawing/2014/main" id="{B235DEF9-A0F9-413D-BBB6-E09B17A75F5F}"/>
              </a:ext>
            </a:extLst>
          </p:cNvPr>
          <p:cNvSpPr/>
          <p:nvPr/>
        </p:nvSpPr>
        <p:spPr bwMode="auto">
          <a:xfrm>
            <a:off x="3496527" y="1686083"/>
            <a:ext cx="150607" cy="170056"/>
          </a:xfrm>
          <a:custGeom>
            <a:avLst/>
            <a:gdLst/>
            <a:ahLst/>
            <a:cxnLst>
              <a:cxn ang="0">
                <a:pos x="42" y="35"/>
              </a:cxn>
              <a:cxn ang="0">
                <a:pos x="14" y="47"/>
              </a:cxn>
              <a:cxn ang="0">
                <a:pos x="0" y="12"/>
              </a:cxn>
              <a:cxn ang="0">
                <a:pos x="28" y="0"/>
              </a:cxn>
              <a:cxn ang="0">
                <a:pos x="42" y="35"/>
              </a:cxn>
            </a:cxnLst>
            <a:rect l="0" t="0" r="r" b="b"/>
            <a:pathLst>
              <a:path w="42" h="47">
                <a:moveTo>
                  <a:pt x="42" y="35"/>
                </a:moveTo>
                <a:lnTo>
                  <a:pt x="14" y="47"/>
                </a:lnTo>
                <a:lnTo>
                  <a:pt x="0" y="12"/>
                </a:lnTo>
                <a:lnTo>
                  <a:pt x="28" y="0"/>
                </a:lnTo>
                <a:lnTo>
                  <a:pt x="42" y="3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9" name="Freeform 320">
            <a:extLst>
              <a:ext uri="{FF2B5EF4-FFF2-40B4-BE49-F238E27FC236}">
                <a16:creationId xmlns:a16="http://schemas.microsoft.com/office/drawing/2014/main" id="{B8BDD7C7-AE5A-4883-BC70-C71B4773290D}"/>
              </a:ext>
            </a:extLst>
          </p:cNvPr>
          <p:cNvSpPr/>
          <p:nvPr/>
        </p:nvSpPr>
        <p:spPr bwMode="auto">
          <a:xfrm>
            <a:off x="3367435" y="1754828"/>
            <a:ext cx="168536" cy="177292"/>
          </a:xfrm>
          <a:custGeom>
            <a:avLst/>
            <a:gdLst/>
            <a:ahLst/>
            <a:cxnLst>
              <a:cxn ang="0">
                <a:pos x="47" y="32"/>
              </a:cxn>
              <a:cxn ang="0">
                <a:pos x="21" y="49"/>
              </a:cxn>
              <a:cxn ang="0">
                <a:pos x="0" y="17"/>
              </a:cxn>
              <a:cxn ang="0">
                <a:pos x="25" y="0"/>
              </a:cxn>
              <a:cxn ang="0">
                <a:pos x="47" y="32"/>
              </a:cxn>
            </a:cxnLst>
            <a:rect l="0" t="0" r="r" b="b"/>
            <a:pathLst>
              <a:path w="47" h="49">
                <a:moveTo>
                  <a:pt x="47" y="32"/>
                </a:moveTo>
                <a:lnTo>
                  <a:pt x="21" y="49"/>
                </a:lnTo>
                <a:lnTo>
                  <a:pt x="0" y="17"/>
                </a:lnTo>
                <a:lnTo>
                  <a:pt x="25" y="0"/>
                </a:lnTo>
                <a:lnTo>
                  <a:pt x="47" y="3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0" name="Freeform 321">
            <a:extLst>
              <a:ext uri="{FF2B5EF4-FFF2-40B4-BE49-F238E27FC236}">
                <a16:creationId xmlns:a16="http://schemas.microsoft.com/office/drawing/2014/main" id="{736ED8FD-23B6-4C46-932B-8FC48A03EC38}"/>
              </a:ext>
            </a:extLst>
          </p:cNvPr>
          <p:cNvSpPr/>
          <p:nvPr/>
        </p:nvSpPr>
        <p:spPr bwMode="auto">
          <a:xfrm>
            <a:off x="3256272" y="1845284"/>
            <a:ext cx="175708" cy="177292"/>
          </a:xfrm>
          <a:custGeom>
            <a:avLst/>
            <a:gdLst/>
            <a:ahLst/>
            <a:cxnLst>
              <a:cxn ang="0">
                <a:pos x="49" y="28"/>
              </a:cxn>
              <a:cxn ang="0">
                <a:pos x="26" y="49"/>
              </a:cxn>
              <a:cxn ang="0">
                <a:pos x="0" y="21"/>
              </a:cxn>
              <a:cxn ang="0">
                <a:pos x="23" y="0"/>
              </a:cxn>
              <a:cxn ang="0">
                <a:pos x="49" y="28"/>
              </a:cxn>
            </a:cxnLst>
            <a:rect l="0" t="0" r="r" b="b"/>
            <a:pathLst>
              <a:path w="49" h="49">
                <a:moveTo>
                  <a:pt x="49" y="28"/>
                </a:moveTo>
                <a:lnTo>
                  <a:pt x="26" y="49"/>
                </a:lnTo>
                <a:lnTo>
                  <a:pt x="0" y="21"/>
                </a:lnTo>
                <a:lnTo>
                  <a:pt x="23" y="0"/>
                </a:lnTo>
                <a:lnTo>
                  <a:pt x="49" y="2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1" name="Freeform 322">
            <a:extLst>
              <a:ext uri="{FF2B5EF4-FFF2-40B4-BE49-F238E27FC236}">
                <a16:creationId xmlns:a16="http://schemas.microsoft.com/office/drawing/2014/main" id="{0AAF5219-985B-4D09-BF0A-D6C2B6EBDA86}"/>
              </a:ext>
            </a:extLst>
          </p:cNvPr>
          <p:cNvSpPr/>
          <p:nvPr/>
        </p:nvSpPr>
        <p:spPr bwMode="auto">
          <a:xfrm>
            <a:off x="3166624" y="1961067"/>
            <a:ext cx="175708" cy="170056"/>
          </a:xfrm>
          <a:custGeom>
            <a:avLst/>
            <a:gdLst/>
            <a:ahLst/>
            <a:cxnLst>
              <a:cxn ang="0">
                <a:pos x="49" y="22"/>
              </a:cxn>
              <a:cxn ang="0">
                <a:pos x="31" y="47"/>
              </a:cxn>
              <a:cxn ang="0">
                <a:pos x="0" y="24"/>
              </a:cxn>
              <a:cxn ang="0">
                <a:pos x="18" y="0"/>
              </a:cxn>
              <a:cxn ang="0">
                <a:pos x="49" y="22"/>
              </a:cxn>
            </a:cxnLst>
            <a:rect l="0" t="0" r="r" b="b"/>
            <a:pathLst>
              <a:path w="49" h="47">
                <a:moveTo>
                  <a:pt x="49" y="22"/>
                </a:moveTo>
                <a:lnTo>
                  <a:pt x="31" y="47"/>
                </a:lnTo>
                <a:lnTo>
                  <a:pt x="0" y="24"/>
                </a:lnTo>
                <a:lnTo>
                  <a:pt x="18" y="0"/>
                </a:lnTo>
                <a:lnTo>
                  <a:pt x="49" y="2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2" name="Freeform 323">
            <a:extLst>
              <a:ext uri="{FF2B5EF4-FFF2-40B4-BE49-F238E27FC236}">
                <a16:creationId xmlns:a16="http://schemas.microsoft.com/office/drawing/2014/main" id="{D9B32378-825C-43B4-A506-C01448E6A7C9}"/>
              </a:ext>
            </a:extLst>
          </p:cNvPr>
          <p:cNvSpPr/>
          <p:nvPr/>
        </p:nvSpPr>
        <p:spPr bwMode="auto">
          <a:xfrm>
            <a:off x="3098494" y="2087704"/>
            <a:ext cx="168536" cy="159201"/>
          </a:xfrm>
          <a:custGeom>
            <a:avLst/>
            <a:gdLst/>
            <a:ahLst/>
            <a:cxnLst>
              <a:cxn ang="0">
                <a:pos x="47" y="16"/>
              </a:cxn>
              <a:cxn ang="0">
                <a:pos x="34" y="44"/>
              </a:cxn>
              <a:cxn ang="0">
                <a:pos x="0" y="28"/>
              </a:cxn>
              <a:cxn ang="0">
                <a:pos x="14" y="0"/>
              </a:cxn>
              <a:cxn ang="0">
                <a:pos x="47" y="16"/>
              </a:cxn>
            </a:cxnLst>
            <a:rect l="0" t="0" r="r" b="b"/>
            <a:pathLst>
              <a:path w="47" h="44">
                <a:moveTo>
                  <a:pt x="47" y="16"/>
                </a:moveTo>
                <a:lnTo>
                  <a:pt x="34" y="44"/>
                </a:lnTo>
                <a:lnTo>
                  <a:pt x="0" y="28"/>
                </a:lnTo>
                <a:lnTo>
                  <a:pt x="14" y="0"/>
                </a:lnTo>
                <a:lnTo>
                  <a:pt x="47" y="1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3" name="Freeform 324">
            <a:extLst>
              <a:ext uri="{FF2B5EF4-FFF2-40B4-BE49-F238E27FC236}">
                <a16:creationId xmlns:a16="http://schemas.microsoft.com/office/drawing/2014/main" id="{14C7D8CE-EDA6-4A76-8D70-B9EA6A0C36D1}"/>
              </a:ext>
            </a:extLst>
          </p:cNvPr>
          <p:cNvSpPr/>
          <p:nvPr/>
        </p:nvSpPr>
        <p:spPr bwMode="auto">
          <a:xfrm>
            <a:off x="3059049" y="2228812"/>
            <a:ext cx="161365" cy="141110"/>
          </a:xfrm>
          <a:custGeom>
            <a:avLst/>
            <a:gdLst/>
            <a:ahLst/>
            <a:cxnLst>
              <a:cxn ang="0">
                <a:pos x="45" y="10"/>
              </a:cxn>
              <a:cxn ang="0">
                <a:pos x="36" y="39"/>
              </a:cxn>
              <a:cxn ang="0">
                <a:pos x="0" y="29"/>
              </a:cxn>
              <a:cxn ang="0">
                <a:pos x="8" y="0"/>
              </a:cxn>
              <a:cxn ang="0">
                <a:pos x="45" y="10"/>
              </a:cxn>
            </a:cxnLst>
            <a:rect l="0" t="0" r="r" b="b"/>
            <a:pathLst>
              <a:path w="45" h="39">
                <a:moveTo>
                  <a:pt x="45" y="10"/>
                </a:moveTo>
                <a:lnTo>
                  <a:pt x="36" y="39"/>
                </a:lnTo>
                <a:lnTo>
                  <a:pt x="0" y="29"/>
                </a:lnTo>
                <a:lnTo>
                  <a:pt x="8" y="0"/>
                </a:lnTo>
                <a:lnTo>
                  <a:pt x="45" y="1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4" name="Freeform 325">
            <a:extLst>
              <a:ext uri="{FF2B5EF4-FFF2-40B4-BE49-F238E27FC236}">
                <a16:creationId xmlns:a16="http://schemas.microsoft.com/office/drawing/2014/main" id="{EE8DF794-0371-4417-81B9-763962B9ABAE}"/>
              </a:ext>
            </a:extLst>
          </p:cNvPr>
          <p:cNvSpPr/>
          <p:nvPr/>
        </p:nvSpPr>
        <p:spPr bwMode="auto">
          <a:xfrm>
            <a:off x="3041119" y="2377160"/>
            <a:ext cx="147021" cy="126637"/>
          </a:xfrm>
          <a:custGeom>
            <a:avLst/>
            <a:gdLst/>
            <a:ahLst/>
            <a:cxnLst>
              <a:cxn ang="0">
                <a:pos x="41" y="4"/>
              </a:cxn>
              <a:cxn ang="0">
                <a:pos x="38" y="35"/>
              </a:cxn>
              <a:cxn ang="0">
                <a:pos x="0" y="30"/>
              </a:cxn>
              <a:cxn ang="0">
                <a:pos x="4" y="0"/>
              </a:cxn>
              <a:cxn ang="0">
                <a:pos x="41" y="4"/>
              </a:cxn>
            </a:cxnLst>
            <a:rect l="0" t="0" r="r" b="b"/>
            <a:pathLst>
              <a:path w="41" h="35">
                <a:moveTo>
                  <a:pt x="41" y="4"/>
                </a:moveTo>
                <a:lnTo>
                  <a:pt x="38" y="35"/>
                </a:lnTo>
                <a:lnTo>
                  <a:pt x="0" y="30"/>
                </a:lnTo>
                <a:lnTo>
                  <a:pt x="4" y="0"/>
                </a:lnTo>
                <a:lnTo>
                  <a:pt x="41" y="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5" name="Freeform 326">
            <a:extLst>
              <a:ext uri="{FF2B5EF4-FFF2-40B4-BE49-F238E27FC236}">
                <a16:creationId xmlns:a16="http://schemas.microsoft.com/office/drawing/2014/main" id="{CFD4548C-16C7-4BCD-8AC6-995436C07833}"/>
              </a:ext>
            </a:extLst>
          </p:cNvPr>
          <p:cNvSpPr/>
          <p:nvPr/>
        </p:nvSpPr>
        <p:spPr bwMode="auto">
          <a:xfrm>
            <a:off x="4647594" y="2366306"/>
            <a:ext cx="139849" cy="123019"/>
          </a:xfrm>
          <a:custGeom>
            <a:avLst/>
            <a:gdLst/>
            <a:ahLst/>
            <a:cxnLst>
              <a:cxn ang="0">
                <a:pos x="2" y="34"/>
              </a:cxn>
              <a:cxn ang="0">
                <a:pos x="0" y="4"/>
              </a:cxn>
              <a:cxn ang="0">
                <a:pos x="37" y="0"/>
              </a:cxn>
              <a:cxn ang="0">
                <a:pos x="39" y="32"/>
              </a:cxn>
              <a:cxn ang="0">
                <a:pos x="2" y="34"/>
              </a:cxn>
            </a:cxnLst>
            <a:rect l="0" t="0" r="r" b="b"/>
            <a:pathLst>
              <a:path w="39" h="34">
                <a:moveTo>
                  <a:pt x="2" y="34"/>
                </a:moveTo>
                <a:lnTo>
                  <a:pt x="0" y="4"/>
                </a:lnTo>
                <a:lnTo>
                  <a:pt x="37" y="0"/>
                </a:lnTo>
                <a:lnTo>
                  <a:pt x="39" y="32"/>
                </a:lnTo>
                <a:lnTo>
                  <a:pt x="2" y="34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6" name="Freeform 327">
            <a:extLst>
              <a:ext uri="{FF2B5EF4-FFF2-40B4-BE49-F238E27FC236}">
                <a16:creationId xmlns:a16="http://schemas.microsoft.com/office/drawing/2014/main" id="{4E8B59F2-9714-4548-85D9-04A51C8DF20E}"/>
              </a:ext>
            </a:extLst>
          </p:cNvPr>
          <p:cNvSpPr/>
          <p:nvPr/>
        </p:nvSpPr>
        <p:spPr bwMode="auto">
          <a:xfrm>
            <a:off x="4615321" y="2221577"/>
            <a:ext cx="157779" cy="137491"/>
          </a:xfrm>
          <a:custGeom>
            <a:avLst/>
            <a:gdLst/>
            <a:ahLst/>
            <a:cxnLst>
              <a:cxn ang="0">
                <a:pos x="7" y="38"/>
              </a:cxn>
              <a:cxn ang="0">
                <a:pos x="0" y="9"/>
              </a:cxn>
              <a:cxn ang="0">
                <a:pos x="36" y="0"/>
              </a:cxn>
              <a:cxn ang="0">
                <a:pos x="44" y="29"/>
              </a:cxn>
              <a:cxn ang="0">
                <a:pos x="7" y="38"/>
              </a:cxn>
            </a:cxnLst>
            <a:rect l="0" t="0" r="r" b="b"/>
            <a:pathLst>
              <a:path w="44" h="38">
                <a:moveTo>
                  <a:pt x="7" y="38"/>
                </a:moveTo>
                <a:lnTo>
                  <a:pt x="0" y="9"/>
                </a:lnTo>
                <a:lnTo>
                  <a:pt x="36" y="0"/>
                </a:lnTo>
                <a:lnTo>
                  <a:pt x="44" y="29"/>
                </a:lnTo>
                <a:lnTo>
                  <a:pt x="7" y="38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7" name="Freeform 328">
            <a:extLst>
              <a:ext uri="{FF2B5EF4-FFF2-40B4-BE49-F238E27FC236}">
                <a16:creationId xmlns:a16="http://schemas.microsoft.com/office/drawing/2014/main" id="{AE172020-F5CA-4BB5-9F25-E85173AA6091}"/>
              </a:ext>
            </a:extLst>
          </p:cNvPr>
          <p:cNvSpPr/>
          <p:nvPr/>
        </p:nvSpPr>
        <p:spPr bwMode="auto">
          <a:xfrm>
            <a:off x="4557947" y="2076849"/>
            <a:ext cx="168536" cy="159201"/>
          </a:xfrm>
          <a:custGeom>
            <a:avLst/>
            <a:gdLst/>
            <a:ahLst/>
            <a:cxnLst>
              <a:cxn ang="0">
                <a:pos x="12" y="44"/>
              </a:cxn>
              <a:cxn ang="0">
                <a:pos x="0" y="16"/>
              </a:cxn>
              <a:cxn ang="0">
                <a:pos x="35" y="0"/>
              </a:cxn>
              <a:cxn ang="0">
                <a:pos x="47" y="28"/>
              </a:cxn>
              <a:cxn ang="0">
                <a:pos x="12" y="44"/>
              </a:cxn>
            </a:cxnLst>
            <a:rect l="0" t="0" r="r" b="b"/>
            <a:pathLst>
              <a:path w="47" h="44">
                <a:moveTo>
                  <a:pt x="12" y="44"/>
                </a:moveTo>
                <a:lnTo>
                  <a:pt x="0" y="16"/>
                </a:lnTo>
                <a:lnTo>
                  <a:pt x="35" y="0"/>
                </a:lnTo>
                <a:lnTo>
                  <a:pt x="47" y="28"/>
                </a:lnTo>
                <a:lnTo>
                  <a:pt x="12" y="4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8" name="Freeform 329">
            <a:extLst>
              <a:ext uri="{FF2B5EF4-FFF2-40B4-BE49-F238E27FC236}">
                <a16:creationId xmlns:a16="http://schemas.microsoft.com/office/drawing/2014/main" id="{40703A93-D93E-4D99-B6D3-63AC6CD48561}"/>
              </a:ext>
            </a:extLst>
          </p:cNvPr>
          <p:cNvSpPr/>
          <p:nvPr/>
        </p:nvSpPr>
        <p:spPr bwMode="auto">
          <a:xfrm>
            <a:off x="4486229" y="1950211"/>
            <a:ext cx="172122" cy="170056"/>
          </a:xfrm>
          <a:custGeom>
            <a:avLst/>
            <a:gdLst/>
            <a:ahLst/>
            <a:cxnLst>
              <a:cxn ang="0">
                <a:pos x="17" y="47"/>
              </a:cxn>
              <a:cxn ang="0">
                <a:pos x="0" y="22"/>
              </a:cxn>
              <a:cxn ang="0">
                <a:pos x="31" y="0"/>
              </a:cxn>
              <a:cxn ang="0">
                <a:pos x="48" y="26"/>
              </a:cxn>
              <a:cxn ang="0">
                <a:pos x="17" y="47"/>
              </a:cxn>
            </a:cxnLst>
            <a:rect l="0" t="0" r="r" b="b"/>
            <a:pathLst>
              <a:path w="48" h="47">
                <a:moveTo>
                  <a:pt x="17" y="47"/>
                </a:moveTo>
                <a:lnTo>
                  <a:pt x="0" y="22"/>
                </a:lnTo>
                <a:lnTo>
                  <a:pt x="31" y="0"/>
                </a:lnTo>
                <a:lnTo>
                  <a:pt x="48" y="26"/>
                </a:lnTo>
                <a:lnTo>
                  <a:pt x="17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9" name="Freeform 330">
            <a:extLst>
              <a:ext uri="{FF2B5EF4-FFF2-40B4-BE49-F238E27FC236}">
                <a16:creationId xmlns:a16="http://schemas.microsoft.com/office/drawing/2014/main" id="{2B458898-F7CF-4D02-9266-5D586D0073F0}"/>
              </a:ext>
            </a:extLst>
          </p:cNvPr>
          <p:cNvSpPr/>
          <p:nvPr/>
        </p:nvSpPr>
        <p:spPr bwMode="auto">
          <a:xfrm>
            <a:off x="4396582" y="1841666"/>
            <a:ext cx="172122" cy="173673"/>
          </a:xfrm>
          <a:custGeom>
            <a:avLst/>
            <a:gdLst/>
            <a:ahLst/>
            <a:cxnLst>
              <a:cxn ang="0">
                <a:pos x="20" y="48"/>
              </a:cxn>
              <a:cxn ang="0">
                <a:pos x="0" y="26"/>
              </a:cxn>
              <a:cxn ang="0">
                <a:pos x="27" y="0"/>
              </a:cxn>
              <a:cxn ang="0">
                <a:pos x="48" y="21"/>
              </a:cxn>
              <a:cxn ang="0">
                <a:pos x="20" y="48"/>
              </a:cxn>
            </a:cxnLst>
            <a:rect l="0" t="0" r="r" b="b"/>
            <a:pathLst>
              <a:path w="48" h="48">
                <a:moveTo>
                  <a:pt x="20" y="48"/>
                </a:moveTo>
                <a:lnTo>
                  <a:pt x="0" y="26"/>
                </a:lnTo>
                <a:lnTo>
                  <a:pt x="27" y="0"/>
                </a:lnTo>
                <a:lnTo>
                  <a:pt x="48" y="21"/>
                </a:lnTo>
                <a:lnTo>
                  <a:pt x="20" y="4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0" name="Freeform 331">
            <a:extLst>
              <a:ext uri="{FF2B5EF4-FFF2-40B4-BE49-F238E27FC236}">
                <a16:creationId xmlns:a16="http://schemas.microsoft.com/office/drawing/2014/main" id="{930EACD3-6C38-4664-87CD-DB6C1A36239F}"/>
              </a:ext>
            </a:extLst>
          </p:cNvPr>
          <p:cNvSpPr/>
          <p:nvPr/>
        </p:nvSpPr>
        <p:spPr bwMode="auto">
          <a:xfrm>
            <a:off x="4289006" y="1747592"/>
            <a:ext cx="168536" cy="180910"/>
          </a:xfrm>
          <a:custGeom>
            <a:avLst/>
            <a:gdLst/>
            <a:ahLst/>
            <a:cxnLst>
              <a:cxn ang="0">
                <a:pos x="24" y="50"/>
              </a:cxn>
              <a:cxn ang="0">
                <a:pos x="0" y="32"/>
              </a:cxn>
              <a:cxn ang="0">
                <a:pos x="22" y="0"/>
              </a:cxn>
              <a:cxn ang="0">
                <a:pos x="47" y="18"/>
              </a:cxn>
              <a:cxn ang="0">
                <a:pos x="24" y="50"/>
              </a:cxn>
            </a:cxnLst>
            <a:rect l="0" t="0" r="r" b="b"/>
            <a:pathLst>
              <a:path w="47" h="50">
                <a:moveTo>
                  <a:pt x="24" y="50"/>
                </a:moveTo>
                <a:lnTo>
                  <a:pt x="0" y="32"/>
                </a:lnTo>
                <a:lnTo>
                  <a:pt x="22" y="0"/>
                </a:lnTo>
                <a:lnTo>
                  <a:pt x="47" y="18"/>
                </a:lnTo>
                <a:lnTo>
                  <a:pt x="24" y="5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1" name="Freeform 332">
            <a:extLst>
              <a:ext uri="{FF2B5EF4-FFF2-40B4-BE49-F238E27FC236}">
                <a16:creationId xmlns:a16="http://schemas.microsoft.com/office/drawing/2014/main" id="{5B6284F9-2837-4D5C-9652-016A0BC4CA77}"/>
              </a:ext>
            </a:extLst>
          </p:cNvPr>
          <p:cNvSpPr/>
          <p:nvPr/>
        </p:nvSpPr>
        <p:spPr bwMode="auto">
          <a:xfrm>
            <a:off x="4174257" y="1682464"/>
            <a:ext cx="157779" cy="170056"/>
          </a:xfrm>
          <a:custGeom>
            <a:avLst/>
            <a:gdLst/>
            <a:ahLst/>
            <a:cxnLst>
              <a:cxn ang="0">
                <a:pos x="27" y="47"/>
              </a:cxn>
              <a:cxn ang="0">
                <a:pos x="0" y="34"/>
              </a:cxn>
              <a:cxn ang="0">
                <a:pos x="16" y="0"/>
              </a:cxn>
              <a:cxn ang="0">
                <a:pos x="44" y="13"/>
              </a:cxn>
              <a:cxn ang="0">
                <a:pos x="27" y="47"/>
              </a:cxn>
            </a:cxnLst>
            <a:rect l="0" t="0" r="r" b="b"/>
            <a:pathLst>
              <a:path w="44" h="47">
                <a:moveTo>
                  <a:pt x="27" y="47"/>
                </a:moveTo>
                <a:lnTo>
                  <a:pt x="0" y="34"/>
                </a:lnTo>
                <a:lnTo>
                  <a:pt x="16" y="0"/>
                </a:lnTo>
                <a:lnTo>
                  <a:pt x="44" y="13"/>
                </a:lnTo>
                <a:lnTo>
                  <a:pt x="27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2" name="Freeform 333">
            <a:extLst>
              <a:ext uri="{FF2B5EF4-FFF2-40B4-BE49-F238E27FC236}">
                <a16:creationId xmlns:a16="http://schemas.microsoft.com/office/drawing/2014/main" id="{6B327158-AE14-4F5C-B74C-34ABE1712BFA}"/>
              </a:ext>
            </a:extLst>
          </p:cNvPr>
          <p:cNvSpPr/>
          <p:nvPr/>
        </p:nvSpPr>
        <p:spPr bwMode="auto">
          <a:xfrm>
            <a:off x="4048751" y="1639046"/>
            <a:ext cx="139849" cy="162819"/>
          </a:xfrm>
          <a:custGeom>
            <a:avLst/>
            <a:gdLst/>
            <a:ahLst/>
            <a:cxnLst>
              <a:cxn ang="0">
                <a:pos x="29" y="45"/>
              </a:cxn>
              <a:cxn ang="0">
                <a:pos x="0" y="37"/>
              </a:cxn>
              <a:cxn ang="0">
                <a:pos x="10" y="0"/>
              </a:cxn>
              <a:cxn ang="0">
                <a:pos x="39" y="9"/>
              </a:cxn>
              <a:cxn ang="0">
                <a:pos x="29" y="45"/>
              </a:cxn>
            </a:cxnLst>
            <a:rect l="0" t="0" r="r" b="b"/>
            <a:pathLst>
              <a:path w="39" h="45">
                <a:moveTo>
                  <a:pt x="29" y="45"/>
                </a:moveTo>
                <a:lnTo>
                  <a:pt x="0" y="37"/>
                </a:lnTo>
                <a:lnTo>
                  <a:pt x="10" y="0"/>
                </a:lnTo>
                <a:lnTo>
                  <a:pt x="39" y="9"/>
                </a:lnTo>
                <a:lnTo>
                  <a:pt x="29" y="4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3" name="Freeform 334">
            <a:extLst>
              <a:ext uri="{FF2B5EF4-FFF2-40B4-BE49-F238E27FC236}">
                <a16:creationId xmlns:a16="http://schemas.microsoft.com/office/drawing/2014/main" id="{F79B3CEC-0567-4375-9155-D147E42E985F}"/>
              </a:ext>
            </a:extLst>
          </p:cNvPr>
          <p:cNvSpPr/>
          <p:nvPr/>
        </p:nvSpPr>
        <p:spPr bwMode="auto">
          <a:xfrm>
            <a:off x="3919660" y="1620954"/>
            <a:ext cx="125506" cy="151965"/>
          </a:xfrm>
          <a:custGeom>
            <a:avLst/>
            <a:gdLst/>
            <a:ahLst/>
            <a:cxnLst>
              <a:cxn ang="0">
                <a:pos x="30" y="42"/>
              </a:cxn>
              <a:cxn ang="0">
                <a:pos x="0" y="38"/>
              </a:cxn>
              <a:cxn ang="0">
                <a:pos x="4" y="0"/>
              </a:cxn>
              <a:cxn ang="0">
                <a:pos x="35" y="3"/>
              </a:cxn>
              <a:cxn ang="0">
                <a:pos x="30" y="42"/>
              </a:cxn>
            </a:cxnLst>
            <a:rect l="0" t="0" r="r" b="b"/>
            <a:pathLst>
              <a:path w="35" h="42">
                <a:moveTo>
                  <a:pt x="30" y="42"/>
                </a:moveTo>
                <a:lnTo>
                  <a:pt x="0" y="38"/>
                </a:lnTo>
                <a:lnTo>
                  <a:pt x="4" y="0"/>
                </a:lnTo>
                <a:lnTo>
                  <a:pt x="35" y="3"/>
                </a:lnTo>
                <a:lnTo>
                  <a:pt x="30" y="4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4" name="Freeform 335">
            <a:extLst>
              <a:ext uri="{FF2B5EF4-FFF2-40B4-BE49-F238E27FC236}">
                <a16:creationId xmlns:a16="http://schemas.microsoft.com/office/drawing/2014/main" id="{2B613D6F-3777-4BC9-A706-60C5BB596FA1}"/>
              </a:ext>
            </a:extLst>
          </p:cNvPr>
          <p:cNvSpPr/>
          <p:nvPr/>
        </p:nvSpPr>
        <p:spPr bwMode="auto">
          <a:xfrm>
            <a:off x="3783396" y="1624572"/>
            <a:ext cx="114748" cy="144729"/>
          </a:xfrm>
          <a:custGeom>
            <a:avLst/>
            <a:gdLst/>
            <a:ahLst/>
            <a:cxnLst>
              <a:cxn ang="0">
                <a:pos x="32" y="37"/>
              </a:cxn>
              <a:cxn ang="0">
                <a:pos x="2" y="40"/>
              </a:cxn>
              <a:cxn ang="0">
                <a:pos x="0" y="2"/>
              </a:cxn>
              <a:cxn ang="0">
                <a:pos x="30" y="0"/>
              </a:cxn>
              <a:cxn ang="0">
                <a:pos x="32" y="37"/>
              </a:cxn>
            </a:cxnLst>
            <a:rect l="0" t="0" r="r" b="b"/>
            <a:pathLst>
              <a:path w="32" h="40">
                <a:moveTo>
                  <a:pt x="32" y="37"/>
                </a:moveTo>
                <a:lnTo>
                  <a:pt x="2" y="40"/>
                </a:lnTo>
                <a:lnTo>
                  <a:pt x="0" y="2"/>
                </a:lnTo>
                <a:lnTo>
                  <a:pt x="30" y="0"/>
                </a:lnTo>
                <a:lnTo>
                  <a:pt x="32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5" name="Freeform 336">
            <a:extLst>
              <a:ext uri="{FF2B5EF4-FFF2-40B4-BE49-F238E27FC236}">
                <a16:creationId xmlns:a16="http://schemas.microsoft.com/office/drawing/2014/main" id="{912C95B6-15EB-4110-97BA-42BBF48B4706}"/>
              </a:ext>
            </a:extLst>
          </p:cNvPr>
          <p:cNvSpPr/>
          <p:nvPr/>
        </p:nvSpPr>
        <p:spPr bwMode="auto">
          <a:xfrm>
            <a:off x="3819256" y="1852520"/>
            <a:ext cx="82475" cy="108547"/>
          </a:xfrm>
          <a:custGeom>
            <a:avLst/>
            <a:gdLst/>
            <a:ahLst/>
            <a:cxnLst>
              <a:cxn ang="0">
                <a:pos x="23" y="27"/>
              </a:cxn>
              <a:cxn ang="0">
                <a:pos x="1" y="30"/>
              </a:cxn>
              <a:cxn ang="0">
                <a:pos x="0" y="1"/>
              </a:cxn>
              <a:cxn ang="0">
                <a:pos x="22" y="0"/>
              </a:cxn>
              <a:cxn ang="0">
                <a:pos x="23" y="27"/>
              </a:cxn>
            </a:cxnLst>
            <a:rect l="0" t="0" r="r" b="b"/>
            <a:pathLst>
              <a:path w="23" h="30">
                <a:moveTo>
                  <a:pt x="23" y="27"/>
                </a:moveTo>
                <a:lnTo>
                  <a:pt x="1" y="30"/>
                </a:lnTo>
                <a:lnTo>
                  <a:pt x="0" y="1"/>
                </a:lnTo>
                <a:lnTo>
                  <a:pt x="22" y="0"/>
                </a:lnTo>
                <a:lnTo>
                  <a:pt x="23" y="2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6" name="Freeform 337">
            <a:extLst>
              <a:ext uri="{FF2B5EF4-FFF2-40B4-BE49-F238E27FC236}">
                <a16:creationId xmlns:a16="http://schemas.microsoft.com/office/drawing/2014/main" id="{533C9F98-4E28-4EDF-B729-2FCC94F4F05E}"/>
              </a:ext>
            </a:extLst>
          </p:cNvPr>
          <p:cNvSpPr/>
          <p:nvPr/>
        </p:nvSpPr>
        <p:spPr bwMode="auto">
          <a:xfrm>
            <a:off x="3704508" y="1866993"/>
            <a:ext cx="107576" cy="115782"/>
          </a:xfrm>
          <a:custGeom>
            <a:avLst/>
            <a:gdLst/>
            <a:ahLst/>
            <a:cxnLst>
              <a:cxn ang="0">
                <a:pos x="30" y="27"/>
              </a:cxn>
              <a:cxn ang="0">
                <a:pos x="7" y="32"/>
              </a:cxn>
              <a:cxn ang="0">
                <a:pos x="0" y="5"/>
              </a:cxn>
              <a:cxn ang="0">
                <a:pos x="23" y="0"/>
              </a:cxn>
              <a:cxn ang="0">
                <a:pos x="30" y="27"/>
              </a:cxn>
            </a:cxnLst>
            <a:rect l="0" t="0" r="r" b="b"/>
            <a:pathLst>
              <a:path w="30" h="32">
                <a:moveTo>
                  <a:pt x="30" y="27"/>
                </a:moveTo>
                <a:lnTo>
                  <a:pt x="7" y="32"/>
                </a:lnTo>
                <a:lnTo>
                  <a:pt x="0" y="5"/>
                </a:lnTo>
                <a:lnTo>
                  <a:pt x="23" y="0"/>
                </a:lnTo>
                <a:lnTo>
                  <a:pt x="30" y="2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7" name="Freeform 338">
            <a:extLst>
              <a:ext uri="{FF2B5EF4-FFF2-40B4-BE49-F238E27FC236}">
                <a16:creationId xmlns:a16="http://schemas.microsoft.com/office/drawing/2014/main" id="{095590D3-75A3-4DCC-AD62-308DDB817304}"/>
              </a:ext>
            </a:extLst>
          </p:cNvPr>
          <p:cNvSpPr/>
          <p:nvPr/>
        </p:nvSpPr>
        <p:spPr bwMode="auto">
          <a:xfrm>
            <a:off x="3604102" y="1899557"/>
            <a:ext cx="114748" cy="126637"/>
          </a:xfrm>
          <a:custGeom>
            <a:avLst/>
            <a:gdLst/>
            <a:ahLst/>
            <a:cxnLst>
              <a:cxn ang="0">
                <a:pos x="32" y="26"/>
              </a:cxn>
              <a:cxn ang="0">
                <a:pos x="11" y="35"/>
              </a:cxn>
              <a:cxn ang="0">
                <a:pos x="0" y="9"/>
              </a:cxn>
              <a:cxn ang="0">
                <a:pos x="20" y="0"/>
              </a:cxn>
              <a:cxn ang="0">
                <a:pos x="32" y="26"/>
              </a:cxn>
            </a:cxnLst>
            <a:rect l="0" t="0" r="r" b="b"/>
            <a:pathLst>
              <a:path w="32" h="35">
                <a:moveTo>
                  <a:pt x="32" y="26"/>
                </a:moveTo>
                <a:lnTo>
                  <a:pt x="11" y="35"/>
                </a:lnTo>
                <a:lnTo>
                  <a:pt x="0" y="9"/>
                </a:lnTo>
                <a:lnTo>
                  <a:pt x="20" y="0"/>
                </a:lnTo>
                <a:lnTo>
                  <a:pt x="32" y="2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8" name="Freeform 339">
            <a:extLst>
              <a:ext uri="{FF2B5EF4-FFF2-40B4-BE49-F238E27FC236}">
                <a16:creationId xmlns:a16="http://schemas.microsoft.com/office/drawing/2014/main" id="{D60F7888-E60D-4975-AE40-349FC08F89B2}"/>
              </a:ext>
            </a:extLst>
          </p:cNvPr>
          <p:cNvSpPr/>
          <p:nvPr/>
        </p:nvSpPr>
        <p:spPr bwMode="auto">
          <a:xfrm>
            <a:off x="3507283" y="1946593"/>
            <a:ext cx="125506" cy="130255"/>
          </a:xfrm>
          <a:custGeom>
            <a:avLst/>
            <a:gdLst/>
            <a:ahLst/>
            <a:cxnLst>
              <a:cxn ang="0">
                <a:pos x="35" y="24"/>
              </a:cxn>
              <a:cxn ang="0">
                <a:pos x="16" y="36"/>
              </a:cxn>
              <a:cxn ang="0">
                <a:pos x="0" y="14"/>
              </a:cxn>
              <a:cxn ang="0">
                <a:pos x="19" y="0"/>
              </a:cxn>
              <a:cxn ang="0">
                <a:pos x="35" y="24"/>
              </a:cxn>
            </a:cxnLst>
            <a:rect l="0" t="0" r="r" b="b"/>
            <a:pathLst>
              <a:path w="35" h="36">
                <a:moveTo>
                  <a:pt x="35" y="24"/>
                </a:moveTo>
                <a:lnTo>
                  <a:pt x="16" y="36"/>
                </a:lnTo>
                <a:lnTo>
                  <a:pt x="0" y="14"/>
                </a:lnTo>
                <a:lnTo>
                  <a:pt x="19" y="0"/>
                </a:lnTo>
                <a:lnTo>
                  <a:pt x="35" y="24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9" name="Freeform 340">
            <a:extLst>
              <a:ext uri="{FF2B5EF4-FFF2-40B4-BE49-F238E27FC236}">
                <a16:creationId xmlns:a16="http://schemas.microsoft.com/office/drawing/2014/main" id="{61B317B7-4B94-494F-8D73-5011AE457A42}"/>
              </a:ext>
            </a:extLst>
          </p:cNvPr>
          <p:cNvSpPr/>
          <p:nvPr/>
        </p:nvSpPr>
        <p:spPr bwMode="auto">
          <a:xfrm>
            <a:off x="3424808" y="2015339"/>
            <a:ext cx="132678" cy="130255"/>
          </a:xfrm>
          <a:custGeom>
            <a:avLst/>
            <a:gdLst/>
            <a:ahLst/>
            <a:cxnLst>
              <a:cxn ang="0">
                <a:pos x="37" y="21"/>
              </a:cxn>
              <a:cxn ang="0">
                <a:pos x="20" y="36"/>
              </a:cxn>
              <a:cxn ang="0">
                <a:pos x="0" y="16"/>
              </a:cxn>
              <a:cxn ang="0">
                <a:pos x="17" y="0"/>
              </a:cxn>
              <a:cxn ang="0">
                <a:pos x="37" y="21"/>
              </a:cxn>
            </a:cxnLst>
            <a:rect l="0" t="0" r="r" b="b"/>
            <a:pathLst>
              <a:path w="37" h="36">
                <a:moveTo>
                  <a:pt x="37" y="21"/>
                </a:moveTo>
                <a:lnTo>
                  <a:pt x="20" y="36"/>
                </a:lnTo>
                <a:lnTo>
                  <a:pt x="0" y="16"/>
                </a:lnTo>
                <a:lnTo>
                  <a:pt x="17" y="0"/>
                </a:lnTo>
                <a:lnTo>
                  <a:pt x="37" y="2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0" name="Freeform 341">
            <a:extLst>
              <a:ext uri="{FF2B5EF4-FFF2-40B4-BE49-F238E27FC236}">
                <a16:creationId xmlns:a16="http://schemas.microsoft.com/office/drawing/2014/main" id="{CB0356E1-7285-482D-AEDD-01D41D748C88}"/>
              </a:ext>
            </a:extLst>
          </p:cNvPr>
          <p:cNvSpPr/>
          <p:nvPr/>
        </p:nvSpPr>
        <p:spPr bwMode="auto">
          <a:xfrm>
            <a:off x="3360262" y="2098558"/>
            <a:ext cx="129092" cy="126637"/>
          </a:xfrm>
          <a:custGeom>
            <a:avLst/>
            <a:gdLst/>
            <a:ahLst/>
            <a:cxnLst>
              <a:cxn ang="0">
                <a:pos x="36" y="17"/>
              </a:cxn>
              <a:cxn ang="0">
                <a:pos x="23" y="35"/>
              </a:cxn>
              <a:cxn ang="0">
                <a:pos x="0" y="19"/>
              </a:cxn>
              <a:cxn ang="0">
                <a:pos x="14" y="0"/>
              </a:cxn>
              <a:cxn ang="0">
                <a:pos x="36" y="17"/>
              </a:cxn>
            </a:cxnLst>
            <a:rect l="0" t="0" r="r" b="b"/>
            <a:pathLst>
              <a:path w="36" h="35">
                <a:moveTo>
                  <a:pt x="36" y="17"/>
                </a:moveTo>
                <a:lnTo>
                  <a:pt x="23" y="35"/>
                </a:lnTo>
                <a:lnTo>
                  <a:pt x="0" y="19"/>
                </a:lnTo>
                <a:lnTo>
                  <a:pt x="14" y="0"/>
                </a:lnTo>
                <a:lnTo>
                  <a:pt x="36" y="1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1" name="Freeform 342">
            <a:extLst>
              <a:ext uri="{FF2B5EF4-FFF2-40B4-BE49-F238E27FC236}">
                <a16:creationId xmlns:a16="http://schemas.microsoft.com/office/drawing/2014/main" id="{4BC845FB-FCA6-4A58-9B78-BAFD8E2298B0}"/>
              </a:ext>
            </a:extLst>
          </p:cNvPr>
          <p:cNvSpPr/>
          <p:nvPr/>
        </p:nvSpPr>
        <p:spPr bwMode="auto">
          <a:xfrm>
            <a:off x="3310060" y="2196249"/>
            <a:ext cx="129092" cy="119401"/>
          </a:xfrm>
          <a:custGeom>
            <a:avLst/>
            <a:gdLst/>
            <a:ahLst/>
            <a:cxnLst>
              <a:cxn ang="0">
                <a:pos x="36" y="12"/>
              </a:cxn>
              <a:cxn ang="0">
                <a:pos x="26" y="33"/>
              </a:cxn>
              <a:cxn ang="0">
                <a:pos x="0" y="20"/>
              </a:cxn>
              <a:cxn ang="0">
                <a:pos x="10" y="0"/>
              </a:cxn>
              <a:cxn ang="0">
                <a:pos x="36" y="12"/>
              </a:cxn>
            </a:cxnLst>
            <a:rect l="0" t="0" r="r" b="b"/>
            <a:pathLst>
              <a:path w="36" h="33">
                <a:moveTo>
                  <a:pt x="36" y="12"/>
                </a:moveTo>
                <a:lnTo>
                  <a:pt x="26" y="33"/>
                </a:lnTo>
                <a:lnTo>
                  <a:pt x="0" y="20"/>
                </a:lnTo>
                <a:lnTo>
                  <a:pt x="10" y="0"/>
                </a:lnTo>
                <a:lnTo>
                  <a:pt x="36" y="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2" name="Freeform 343">
            <a:extLst>
              <a:ext uri="{FF2B5EF4-FFF2-40B4-BE49-F238E27FC236}">
                <a16:creationId xmlns:a16="http://schemas.microsoft.com/office/drawing/2014/main" id="{60A7301C-8EAB-44D0-8AAF-13D6FE6A9009}"/>
              </a:ext>
            </a:extLst>
          </p:cNvPr>
          <p:cNvSpPr/>
          <p:nvPr/>
        </p:nvSpPr>
        <p:spPr bwMode="auto">
          <a:xfrm>
            <a:off x="3281374" y="2297560"/>
            <a:ext cx="118334" cy="112165"/>
          </a:xfrm>
          <a:custGeom>
            <a:avLst/>
            <a:gdLst/>
            <a:ahLst/>
            <a:cxnLst>
              <a:cxn ang="0">
                <a:pos x="33" y="8"/>
              </a:cxn>
              <a:cxn ang="0">
                <a:pos x="26" y="31"/>
              </a:cxn>
              <a:cxn ang="0">
                <a:pos x="0" y="23"/>
              </a:cxn>
              <a:cxn ang="0">
                <a:pos x="6" y="0"/>
              </a:cxn>
              <a:cxn ang="0">
                <a:pos x="33" y="8"/>
              </a:cxn>
            </a:cxnLst>
            <a:rect l="0" t="0" r="r" b="b"/>
            <a:pathLst>
              <a:path w="33" h="31">
                <a:moveTo>
                  <a:pt x="33" y="8"/>
                </a:moveTo>
                <a:lnTo>
                  <a:pt x="26" y="31"/>
                </a:lnTo>
                <a:lnTo>
                  <a:pt x="0" y="23"/>
                </a:lnTo>
                <a:lnTo>
                  <a:pt x="6" y="0"/>
                </a:lnTo>
                <a:lnTo>
                  <a:pt x="33" y="8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3" name="Freeform 344">
            <a:extLst>
              <a:ext uri="{FF2B5EF4-FFF2-40B4-BE49-F238E27FC236}">
                <a16:creationId xmlns:a16="http://schemas.microsoft.com/office/drawing/2014/main" id="{65B2F468-BD74-4613-8578-92AAF79FC30E}"/>
              </a:ext>
            </a:extLst>
          </p:cNvPr>
          <p:cNvSpPr/>
          <p:nvPr/>
        </p:nvSpPr>
        <p:spPr bwMode="auto">
          <a:xfrm>
            <a:off x="3267030" y="2409724"/>
            <a:ext cx="107576" cy="94073"/>
          </a:xfrm>
          <a:custGeom>
            <a:avLst/>
            <a:gdLst/>
            <a:ahLst/>
            <a:cxnLst>
              <a:cxn ang="0">
                <a:pos x="30" y="3"/>
              </a:cxn>
              <a:cxn ang="0">
                <a:pos x="28" y="26"/>
              </a:cxn>
              <a:cxn ang="0">
                <a:pos x="0" y="22"/>
              </a:cxn>
              <a:cxn ang="0">
                <a:pos x="3" y="0"/>
              </a:cxn>
              <a:cxn ang="0">
                <a:pos x="30" y="3"/>
              </a:cxn>
            </a:cxnLst>
            <a:rect l="0" t="0" r="r" b="b"/>
            <a:pathLst>
              <a:path w="30" h="26">
                <a:moveTo>
                  <a:pt x="30" y="3"/>
                </a:moveTo>
                <a:lnTo>
                  <a:pt x="28" y="26"/>
                </a:lnTo>
                <a:lnTo>
                  <a:pt x="0" y="22"/>
                </a:lnTo>
                <a:lnTo>
                  <a:pt x="3" y="0"/>
                </a:lnTo>
                <a:lnTo>
                  <a:pt x="30" y="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4" name="Freeform 345">
            <a:extLst>
              <a:ext uri="{FF2B5EF4-FFF2-40B4-BE49-F238E27FC236}">
                <a16:creationId xmlns:a16="http://schemas.microsoft.com/office/drawing/2014/main" id="{47BE3E96-6911-4C0B-BC60-1E66802E3563}"/>
              </a:ext>
            </a:extLst>
          </p:cNvPr>
          <p:cNvSpPr/>
          <p:nvPr/>
        </p:nvSpPr>
        <p:spPr bwMode="auto">
          <a:xfrm>
            <a:off x="3267030" y="2518270"/>
            <a:ext cx="107576" cy="86837"/>
          </a:xfrm>
          <a:custGeom>
            <a:avLst/>
            <a:gdLst/>
            <a:ahLst/>
            <a:cxnLst>
              <a:cxn ang="0">
                <a:pos x="29" y="0"/>
              </a:cxn>
              <a:cxn ang="0">
                <a:pos x="30" y="23"/>
              </a:cxn>
              <a:cxn ang="0">
                <a:pos x="2" y="24"/>
              </a:cxn>
              <a:cxn ang="0">
                <a:pos x="0" y="1"/>
              </a:cxn>
              <a:cxn ang="0">
                <a:pos x="29" y="0"/>
              </a:cxn>
            </a:cxnLst>
            <a:rect l="0" t="0" r="r" b="b"/>
            <a:pathLst>
              <a:path w="30" h="24">
                <a:moveTo>
                  <a:pt x="29" y="0"/>
                </a:moveTo>
                <a:lnTo>
                  <a:pt x="30" y="23"/>
                </a:lnTo>
                <a:lnTo>
                  <a:pt x="2" y="24"/>
                </a:lnTo>
                <a:lnTo>
                  <a:pt x="0" y="1"/>
                </a:lnTo>
                <a:lnTo>
                  <a:pt x="29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5" name="Freeform 346">
            <a:extLst>
              <a:ext uri="{FF2B5EF4-FFF2-40B4-BE49-F238E27FC236}">
                <a16:creationId xmlns:a16="http://schemas.microsoft.com/office/drawing/2014/main" id="{44A32CC8-2B9B-4EDE-A9C0-E68E0C00D43B}"/>
              </a:ext>
            </a:extLst>
          </p:cNvPr>
          <p:cNvSpPr/>
          <p:nvPr/>
        </p:nvSpPr>
        <p:spPr bwMode="auto">
          <a:xfrm>
            <a:off x="3281374" y="2612343"/>
            <a:ext cx="118334" cy="104928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33" y="23"/>
              </a:cxn>
              <a:cxn ang="0">
                <a:pos x="6" y="29"/>
              </a:cxn>
              <a:cxn ang="0">
                <a:pos x="0" y="7"/>
              </a:cxn>
              <a:cxn ang="0">
                <a:pos x="27" y="0"/>
              </a:cxn>
            </a:cxnLst>
            <a:rect l="0" t="0" r="r" b="b"/>
            <a:pathLst>
              <a:path w="33" h="29">
                <a:moveTo>
                  <a:pt x="27" y="0"/>
                </a:moveTo>
                <a:lnTo>
                  <a:pt x="33" y="23"/>
                </a:lnTo>
                <a:lnTo>
                  <a:pt x="6" y="29"/>
                </a:lnTo>
                <a:lnTo>
                  <a:pt x="0" y="7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6" name="Freeform 347">
            <a:extLst>
              <a:ext uri="{FF2B5EF4-FFF2-40B4-BE49-F238E27FC236}">
                <a16:creationId xmlns:a16="http://schemas.microsoft.com/office/drawing/2014/main" id="{7724AB53-DAB4-4D0D-AA7D-AF490F69F079}"/>
              </a:ext>
            </a:extLst>
          </p:cNvPr>
          <p:cNvSpPr/>
          <p:nvPr/>
        </p:nvSpPr>
        <p:spPr bwMode="auto">
          <a:xfrm>
            <a:off x="3313647" y="2706416"/>
            <a:ext cx="125506" cy="112165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35" y="20"/>
              </a:cxn>
              <a:cxn ang="0">
                <a:pos x="9" y="31"/>
              </a:cxn>
              <a:cxn ang="0">
                <a:pos x="0" y="11"/>
              </a:cxn>
              <a:cxn ang="0">
                <a:pos x="26" y="0"/>
              </a:cxn>
            </a:cxnLst>
            <a:rect l="0" t="0" r="r" b="b"/>
            <a:pathLst>
              <a:path w="35" h="31">
                <a:moveTo>
                  <a:pt x="26" y="0"/>
                </a:moveTo>
                <a:lnTo>
                  <a:pt x="35" y="20"/>
                </a:lnTo>
                <a:lnTo>
                  <a:pt x="9" y="31"/>
                </a:lnTo>
                <a:lnTo>
                  <a:pt x="0" y="11"/>
                </a:lnTo>
                <a:lnTo>
                  <a:pt x="2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7" name="Freeform 348">
            <a:extLst>
              <a:ext uri="{FF2B5EF4-FFF2-40B4-BE49-F238E27FC236}">
                <a16:creationId xmlns:a16="http://schemas.microsoft.com/office/drawing/2014/main" id="{B30A7418-AFE7-4EBF-A426-14B86AA7ECE3}"/>
              </a:ext>
            </a:extLst>
          </p:cNvPr>
          <p:cNvSpPr/>
          <p:nvPr/>
        </p:nvSpPr>
        <p:spPr bwMode="auto">
          <a:xfrm>
            <a:off x="3367435" y="2793253"/>
            <a:ext cx="129092" cy="119401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36" y="19"/>
              </a:cxn>
              <a:cxn ang="0">
                <a:pos x="12" y="33"/>
              </a:cxn>
              <a:cxn ang="0">
                <a:pos x="0" y="15"/>
              </a:cxn>
              <a:cxn ang="0">
                <a:pos x="22" y="0"/>
              </a:cxn>
            </a:cxnLst>
            <a:rect l="0" t="0" r="r" b="b"/>
            <a:pathLst>
              <a:path w="36" h="33">
                <a:moveTo>
                  <a:pt x="22" y="0"/>
                </a:moveTo>
                <a:lnTo>
                  <a:pt x="36" y="19"/>
                </a:lnTo>
                <a:lnTo>
                  <a:pt x="12" y="33"/>
                </a:lnTo>
                <a:lnTo>
                  <a:pt x="0" y="1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8" name="Freeform 349">
            <a:extLst>
              <a:ext uri="{FF2B5EF4-FFF2-40B4-BE49-F238E27FC236}">
                <a16:creationId xmlns:a16="http://schemas.microsoft.com/office/drawing/2014/main" id="{AE77628F-B160-43E7-A2FF-5BE897FEE6E2}"/>
              </a:ext>
            </a:extLst>
          </p:cNvPr>
          <p:cNvSpPr/>
          <p:nvPr/>
        </p:nvSpPr>
        <p:spPr bwMode="auto">
          <a:xfrm>
            <a:off x="3431980" y="2869235"/>
            <a:ext cx="129092" cy="130255"/>
          </a:xfrm>
          <a:custGeom>
            <a:avLst/>
            <a:gdLst/>
            <a:ahLst/>
            <a:cxnLst>
              <a:cxn ang="0">
                <a:pos x="20" y="0"/>
              </a:cxn>
              <a:cxn ang="0">
                <a:pos x="36" y="16"/>
              </a:cxn>
              <a:cxn ang="0">
                <a:pos x="15" y="36"/>
              </a:cxn>
              <a:cxn ang="0">
                <a:pos x="0" y="19"/>
              </a:cxn>
              <a:cxn ang="0">
                <a:pos x="20" y="0"/>
              </a:cxn>
            </a:cxnLst>
            <a:rect l="0" t="0" r="r" b="b"/>
            <a:pathLst>
              <a:path w="36" h="36">
                <a:moveTo>
                  <a:pt x="20" y="0"/>
                </a:moveTo>
                <a:lnTo>
                  <a:pt x="36" y="16"/>
                </a:lnTo>
                <a:lnTo>
                  <a:pt x="15" y="36"/>
                </a:lnTo>
                <a:lnTo>
                  <a:pt x="0" y="19"/>
                </a:lnTo>
                <a:lnTo>
                  <a:pt x="2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9" name="Freeform 350">
            <a:extLst>
              <a:ext uri="{FF2B5EF4-FFF2-40B4-BE49-F238E27FC236}">
                <a16:creationId xmlns:a16="http://schemas.microsoft.com/office/drawing/2014/main" id="{2522228C-3EA9-4E9D-815E-5FA13B069227}"/>
              </a:ext>
            </a:extLst>
          </p:cNvPr>
          <p:cNvSpPr/>
          <p:nvPr/>
        </p:nvSpPr>
        <p:spPr bwMode="auto">
          <a:xfrm>
            <a:off x="3514455" y="2934364"/>
            <a:ext cx="125506" cy="130255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35" y="14"/>
              </a:cxn>
              <a:cxn ang="0">
                <a:pos x="18" y="36"/>
              </a:cxn>
              <a:cxn ang="0">
                <a:pos x="0" y="23"/>
              </a:cxn>
              <a:cxn ang="0">
                <a:pos x="16" y="0"/>
              </a:cxn>
            </a:cxnLst>
            <a:rect l="0" t="0" r="r" b="b"/>
            <a:pathLst>
              <a:path w="35" h="36">
                <a:moveTo>
                  <a:pt x="16" y="0"/>
                </a:moveTo>
                <a:lnTo>
                  <a:pt x="35" y="14"/>
                </a:lnTo>
                <a:lnTo>
                  <a:pt x="18" y="36"/>
                </a:lnTo>
                <a:lnTo>
                  <a:pt x="0" y="23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0" name="Freeform 351">
            <a:extLst>
              <a:ext uri="{FF2B5EF4-FFF2-40B4-BE49-F238E27FC236}">
                <a16:creationId xmlns:a16="http://schemas.microsoft.com/office/drawing/2014/main" id="{516C7DF0-F81B-424E-B82C-875616D7356D}"/>
              </a:ext>
            </a:extLst>
          </p:cNvPr>
          <p:cNvSpPr/>
          <p:nvPr/>
        </p:nvSpPr>
        <p:spPr bwMode="auto">
          <a:xfrm>
            <a:off x="3607689" y="2988636"/>
            <a:ext cx="118334" cy="130255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33" y="10"/>
              </a:cxn>
              <a:cxn ang="0">
                <a:pos x="20" y="36"/>
              </a:cxn>
              <a:cxn ang="0">
                <a:pos x="0" y="26"/>
              </a:cxn>
              <a:cxn ang="0">
                <a:pos x="13" y="0"/>
              </a:cxn>
            </a:cxnLst>
            <a:rect l="0" t="0" r="r" b="b"/>
            <a:pathLst>
              <a:path w="33" h="36">
                <a:moveTo>
                  <a:pt x="13" y="0"/>
                </a:moveTo>
                <a:lnTo>
                  <a:pt x="33" y="10"/>
                </a:lnTo>
                <a:lnTo>
                  <a:pt x="20" y="36"/>
                </a:lnTo>
                <a:lnTo>
                  <a:pt x="0" y="26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1" name="Freeform 352">
            <a:extLst>
              <a:ext uri="{FF2B5EF4-FFF2-40B4-BE49-F238E27FC236}">
                <a16:creationId xmlns:a16="http://schemas.microsoft.com/office/drawing/2014/main" id="{51B0B757-CAEE-4A7B-BC4E-8A06E677D821}"/>
              </a:ext>
            </a:extLst>
          </p:cNvPr>
          <p:cNvSpPr/>
          <p:nvPr/>
        </p:nvSpPr>
        <p:spPr bwMode="auto">
          <a:xfrm>
            <a:off x="4457542" y="2406106"/>
            <a:ext cx="103991" cy="86837"/>
          </a:xfrm>
          <a:custGeom>
            <a:avLst/>
            <a:gdLst/>
            <a:ahLst/>
            <a:cxnLst>
              <a:cxn ang="0">
                <a:pos x="2" y="24"/>
              </a:cxn>
              <a:cxn ang="0">
                <a:pos x="0" y="2"/>
              </a:cxn>
              <a:cxn ang="0">
                <a:pos x="28" y="0"/>
              </a:cxn>
              <a:cxn ang="0">
                <a:pos x="29" y="22"/>
              </a:cxn>
              <a:cxn ang="0">
                <a:pos x="2" y="24"/>
              </a:cxn>
            </a:cxnLst>
            <a:rect l="0" t="0" r="r" b="b"/>
            <a:pathLst>
              <a:path w="29" h="24">
                <a:moveTo>
                  <a:pt x="2" y="24"/>
                </a:moveTo>
                <a:lnTo>
                  <a:pt x="0" y="2"/>
                </a:lnTo>
                <a:lnTo>
                  <a:pt x="28" y="0"/>
                </a:lnTo>
                <a:lnTo>
                  <a:pt x="29" y="22"/>
                </a:lnTo>
                <a:lnTo>
                  <a:pt x="2" y="24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2" name="Freeform 353">
            <a:extLst>
              <a:ext uri="{FF2B5EF4-FFF2-40B4-BE49-F238E27FC236}">
                <a16:creationId xmlns:a16="http://schemas.microsoft.com/office/drawing/2014/main" id="{F6DE6634-5ACB-4374-8E92-DA2B77F25BFC}"/>
              </a:ext>
            </a:extLst>
          </p:cNvPr>
          <p:cNvSpPr/>
          <p:nvPr/>
        </p:nvSpPr>
        <p:spPr bwMode="auto">
          <a:xfrm>
            <a:off x="4432441" y="2293941"/>
            <a:ext cx="118334" cy="101309"/>
          </a:xfrm>
          <a:custGeom>
            <a:avLst/>
            <a:gdLst/>
            <a:ahLst/>
            <a:cxnLst>
              <a:cxn ang="0">
                <a:pos x="6" y="28"/>
              </a:cxn>
              <a:cxn ang="0">
                <a:pos x="0" y="7"/>
              </a:cxn>
              <a:cxn ang="0">
                <a:pos x="27" y="0"/>
              </a:cxn>
              <a:cxn ang="0">
                <a:pos x="33" y="21"/>
              </a:cxn>
              <a:cxn ang="0">
                <a:pos x="6" y="28"/>
              </a:cxn>
            </a:cxnLst>
            <a:rect l="0" t="0" r="r" b="b"/>
            <a:pathLst>
              <a:path w="33" h="28">
                <a:moveTo>
                  <a:pt x="6" y="28"/>
                </a:moveTo>
                <a:lnTo>
                  <a:pt x="0" y="7"/>
                </a:lnTo>
                <a:lnTo>
                  <a:pt x="27" y="0"/>
                </a:lnTo>
                <a:lnTo>
                  <a:pt x="33" y="21"/>
                </a:lnTo>
                <a:lnTo>
                  <a:pt x="6" y="28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3" name="Freeform 354">
            <a:extLst>
              <a:ext uri="{FF2B5EF4-FFF2-40B4-BE49-F238E27FC236}">
                <a16:creationId xmlns:a16="http://schemas.microsoft.com/office/drawing/2014/main" id="{C6153E61-1F8A-41E3-BB32-913263ED62E0}"/>
              </a:ext>
            </a:extLst>
          </p:cNvPr>
          <p:cNvSpPr/>
          <p:nvPr/>
        </p:nvSpPr>
        <p:spPr bwMode="auto">
          <a:xfrm>
            <a:off x="4392996" y="2189014"/>
            <a:ext cx="125506" cy="115782"/>
          </a:xfrm>
          <a:custGeom>
            <a:avLst/>
            <a:gdLst/>
            <a:ahLst/>
            <a:cxnLst>
              <a:cxn ang="0">
                <a:pos x="9" y="32"/>
              </a:cxn>
              <a:cxn ang="0">
                <a:pos x="0" y="11"/>
              </a:cxn>
              <a:cxn ang="0">
                <a:pos x="26" y="0"/>
              </a:cxn>
              <a:cxn ang="0">
                <a:pos x="35" y="21"/>
              </a:cxn>
              <a:cxn ang="0">
                <a:pos x="9" y="32"/>
              </a:cxn>
            </a:cxnLst>
            <a:rect l="0" t="0" r="r" b="b"/>
            <a:pathLst>
              <a:path w="35" h="32">
                <a:moveTo>
                  <a:pt x="9" y="32"/>
                </a:moveTo>
                <a:lnTo>
                  <a:pt x="0" y="11"/>
                </a:lnTo>
                <a:lnTo>
                  <a:pt x="26" y="0"/>
                </a:lnTo>
                <a:lnTo>
                  <a:pt x="35" y="21"/>
                </a:lnTo>
                <a:lnTo>
                  <a:pt x="9" y="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4" name="Freeform 355">
            <a:extLst>
              <a:ext uri="{FF2B5EF4-FFF2-40B4-BE49-F238E27FC236}">
                <a16:creationId xmlns:a16="http://schemas.microsoft.com/office/drawing/2014/main" id="{A4D855BB-604F-4461-A92D-CC0FB7CB2546}"/>
              </a:ext>
            </a:extLst>
          </p:cNvPr>
          <p:cNvSpPr/>
          <p:nvPr/>
        </p:nvSpPr>
        <p:spPr bwMode="auto">
          <a:xfrm>
            <a:off x="4339208" y="2094940"/>
            <a:ext cx="129092" cy="126637"/>
          </a:xfrm>
          <a:custGeom>
            <a:avLst/>
            <a:gdLst/>
            <a:ahLst/>
            <a:cxnLst>
              <a:cxn ang="0">
                <a:pos x="13" y="35"/>
              </a:cxn>
              <a:cxn ang="0">
                <a:pos x="0" y="16"/>
              </a:cxn>
              <a:cxn ang="0">
                <a:pos x="23" y="0"/>
              </a:cxn>
              <a:cxn ang="0">
                <a:pos x="36" y="19"/>
              </a:cxn>
              <a:cxn ang="0">
                <a:pos x="13" y="35"/>
              </a:cxn>
            </a:cxnLst>
            <a:rect l="0" t="0" r="r" b="b"/>
            <a:pathLst>
              <a:path w="36" h="35">
                <a:moveTo>
                  <a:pt x="13" y="35"/>
                </a:moveTo>
                <a:lnTo>
                  <a:pt x="0" y="16"/>
                </a:lnTo>
                <a:lnTo>
                  <a:pt x="23" y="0"/>
                </a:lnTo>
                <a:lnTo>
                  <a:pt x="36" y="19"/>
                </a:lnTo>
                <a:lnTo>
                  <a:pt x="13" y="3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5" name="Freeform 356">
            <a:extLst>
              <a:ext uri="{FF2B5EF4-FFF2-40B4-BE49-F238E27FC236}">
                <a16:creationId xmlns:a16="http://schemas.microsoft.com/office/drawing/2014/main" id="{06AA1B1F-AF77-4600-B2D1-1076C36CFE7A}"/>
              </a:ext>
            </a:extLst>
          </p:cNvPr>
          <p:cNvSpPr/>
          <p:nvPr/>
        </p:nvSpPr>
        <p:spPr bwMode="auto">
          <a:xfrm>
            <a:off x="4271077" y="2011721"/>
            <a:ext cx="129092" cy="130255"/>
          </a:xfrm>
          <a:custGeom>
            <a:avLst/>
            <a:gdLst/>
            <a:ahLst/>
            <a:cxnLst>
              <a:cxn ang="0">
                <a:pos x="16" y="36"/>
              </a:cxn>
              <a:cxn ang="0">
                <a:pos x="0" y="19"/>
              </a:cxn>
              <a:cxn ang="0">
                <a:pos x="20" y="0"/>
              </a:cxn>
              <a:cxn ang="0">
                <a:pos x="36" y="16"/>
              </a:cxn>
              <a:cxn ang="0">
                <a:pos x="16" y="36"/>
              </a:cxn>
            </a:cxnLst>
            <a:rect l="0" t="0" r="r" b="b"/>
            <a:pathLst>
              <a:path w="36" h="36">
                <a:moveTo>
                  <a:pt x="16" y="36"/>
                </a:moveTo>
                <a:lnTo>
                  <a:pt x="0" y="19"/>
                </a:lnTo>
                <a:lnTo>
                  <a:pt x="20" y="0"/>
                </a:lnTo>
                <a:lnTo>
                  <a:pt x="36" y="16"/>
                </a:lnTo>
                <a:lnTo>
                  <a:pt x="16" y="3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6" name="Freeform 357">
            <a:extLst>
              <a:ext uri="{FF2B5EF4-FFF2-40B4-BE49-F238E27FC236}">
                <a16:creationId xmlns:a16="http://schemas.microsoft.com/office/drawing/2014/main" id="{ABF6B0F9-6394-48F8-8654-811433193AE1}"/>
              </a:ext>
            </a:extLst>
          </p:cNvPr>
          <p:cNvSpPr/>
          <p:nvPr/>
        </p:nvSpPr>
        <p:spPr bwMode="auto">
          <a:xfrm>
            <a:off x="4195773" y="1942975"/>
            <a:ext cx="125506" cy="130255"/>
          </a:xfrm>
          <a:custGeom>
            <a:avLst/>
            <a:gdLst/>
            <a:ahLst/>
            <a:cxnLst>
              <a:cxn ang="0">
                <a:pos x="18" y="36"/>
              </a:cxn>
              <a:cxn ang="0">
                <a:pos x="0" y="23"/>
              </a:cxn>
              <a:cxn ang="0">
                <a:pos x="15" y="0"/>
              </a:cxn>
              <a:cxn ang="0">
                <a:pos x="35" y="14"/>
              </a:cxn>
              <a:cxn ang="0">
                <a:pos x="18" y="36"/>
              </a:cxn>
            </a:cxnLst>
            <a:rect l="0" t="0" r="r" b="b"/>
            <a:pathLst>
              <a:path w="35" h="36">
                <a:moveTo>
                  <a:pt x="18" y="36"/>
                </a:moveTo>
                <a:lnTo>
                  <a:pt x="0" y="23"/>
                </a:lnTo>
                <a:lnTo>
                  <a:pt x="15" y="0"/>
                </a:lnTo>
                <a:lnTo>
                  <a:pt x="35" y="14"/>
                </a:lnTo>
                <a:lnTo>
                  <a:pt x="18" y="3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7" name="Freeform 358">
            <a:extLst>
              <a:ext uri="{FF2B5EF4-FFF2-40B4-BE49-F238E27FC236}">
                <a16:creationId xmlns:a16="http://schemas.microsoft.com/office/drawing/2014/main" id="{68681958-D180-41CD-B3DE-1FCA2C26DAC4}"/>
              </a:ext>
            </a:extLst>
          </p:cNvPr>
          <p:cNvSpPr/>
          <p:nvPr/>
        </p:nvSpPr>
        <p:spPr bwMode="auto">
          <a:xfrm>
            <a:off x="4106126" y="1895938"/>
            <a:ext cx="118334" cy="126637"/>
          </a:xfrm>
          <a:custGeom>
            <a:avLst/>
            <a:gdLst/>
            <a:ahLst/>
            <a:cxnLst>
              <a:cxn ang="0">
                <a:pos x="20" y="35"/>
              </a:cxn>
              <a:cxn ang="0">
                <a:pos x="0" y="24"/>
              </a:cxn>
              <a:cxn ang="0">
                <a:pos x="12" y="0"/>
              </a:cxn>
              <a:cxn ang="0">
                <a:pos x="33" y="10"/>
              </a:cxn>
              <a:cxn ang="0">
                <a:pos x="20" y="35"/>
              </a:cxn>
            </a:cxnLst>
            <a:rect l="0" t="0" r="r" b="b"/>
            <a:pathLst>
              <a:path w="33" h="35">
                <a:moveTo>
                  <a:pt x="20" y="35"/>
                </a:moveTo>
                <a:lnTo>
                  <a:pt x="0" y="24"/>
                </a:lnTo>
                <a:lnTo>
                  <a:pt x="12" y="0"/>
                </a:lnTo>
                <a:lnTo>
                  <a:pt x="33" y="10"/>
                </a:lnTo>
                <a:lnTo>
                  <a:pt x="20" y="3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8" name="Freeform 359">
            <a:extLst>
              <a:ext uri="{FF2B5EF4-FFF2-40B4-BE49-F238E27FC236}">
                <a16:creationId xmlns:a16="http://schemas.microsoft.com/office/drawing/2014/main" id="{797CBE75-233D-495C-A56A-53ED7BE09771}"/>
              </a:ext>
            </a:extLst>
          </p:cNvPr>
          <p:cNvSpPr/>
          <p:nvPr/>
        </p:nvSpPr>
        <p:spPr bwMode="auto">
          <a:xfrm>
            <a:off x="4012894" y="1863374"/>
            <a:ext cx="107576" cy="119401"/>
          </a:xfrm>
          <a:custGeom>
            <a:avLst/>
            <a:gdLst/>
            <a:ahLst/>
            <a:cxnLst>
              <a:cxn ang="0">
                <a:pos x="22" y="33"/>
              </a:cxn>
              <a:cxn ang="0">
                <a:pos x="0" y="27"/>
              </a:cxn>
              <a:cxn ang="0">
                <a:pos x="8" y="0"/>
              </a:cxn>
              <a:cxn ang="0">
                <a:pos x="30" y="6"/>
              </a:cxn>
              <a:cxn ang="0">
                <a:pos x="22" y="33"/>
              </a:cxn>
            </a:cxnLst>
            <a:rect l="0" t="0" r="r" b="b"/>
            <a:pathLst>
              <a:path w="30" h="33">
                <a:moveTo>
                  <a:pt x="22" y="33"/>
                </a:moveTo>
                <a:lnTo>
                  <a:pt x="0" y="27"/>
                </a:lnTo>
                <a:lnTo>
                  <a:pt x="8" y="0"/>
                </a:lnTo>
                <a:lnTo>
                  <a:pt x="30" y="6"/>
                </a:lnTo>
                <a:lnTo>
                  <a:pt x="22" y="3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9" name="Freeform 360">
            <a:extLst>
              <a:ext uri="{FF2B5EF4-FFF2-40B4-BE49-F238E27FC236}">
                <a16:creationId xmlns:a16="http://schemas.microsoft.com/office/drawing/2014/main" id="{BD82B180-DD46-40E4-969A-14C308F0696C}"/>
              </a:ext>
            </a:extLst>
          </p:cNvPr>
          <p:cNvSpPr/>
          <p:nvPr/>
        </p:nvSpPr>
        <p:spPr bwMode="auto">
          <a:xfrm>
            <a:off x="3919660" y="1848902"/>
            <a:ext cx="93233" cy="112165"/>
          </a:xfrm>
          <a:custGeom>
            <a:avLst/>
            <a:gdLst/>
            <a:ahLst/>
            <a:cxnLst>
              <a:cxn ang="0">
                <a:pos x="23" y="31"/>
              </a:cxn>
              <a:cxn ang="0">
                <a:pos x="0" y="28"/>
              </a:cxn>
              <a:cxn ang="0">
                <a:pos x="2" y="0"/>
              </a:cxn>
              <a:cxn ang="0">
                <a:pos x="26" y="2"/>
              </a:cxn>
              <a:cxn ang="0">
                <a:pos x="23" y="31"/>
              </a:cxn>
            </a:cxnLst>
            <a:rect l="0" t="0" r="r" b="b"/>
            <a:pathLst>
              <a:path w="26" h="31">
                <a:moveTo>
                  <a:pt x="23" y="31"/>
                </a:moveTo>
                <a:lnTo>
                  <a:pt x="0" y="28"/>
                </a:lnTo>
                <a:lnTo>
                  <a:pt x="2" y="0"/>
                </a:lnTo>
                <a:lnTo>
                  <a:pt x="26" y="2"/>
                </a:lnTo>
                <a:lnTo>
                  <a:pt x="23" y="3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0" name="Freeform 361">
            <a:extLst>
              <a:ext uri="{FF2B5EF4-FFF2-40B4-BE49-F238E27FC236}">
                <a16:creationId xmlns:a16="http://schemas.microsoft.com/office/drawing/2014/main" id="{24C96807-5F6A-49A0-95FC-106FB357949E}"/>
              </a:ext>
            </a:extLst>
          </p:cNvPr>
          <p:cNvSpPr/>
          <p:nvPr/>
        </p:nvSpPr>
        <p:spPr bwMode="auto">
          <a:xfrm>
            <a:off x="3815669" y="1852520"/>
            <a:ext cx="86061" cy="108547"/>
          </a:xfrm>
          <a:custGeom>
            <a:avLst/>
            <a:gdLst/>
            <a:ahLst/>
            <a:cxnLst>
              <a:cxn ang="0">
                <a:pos x="24" y="27"/>
              </a:cxn>
              <a:cxn ang="0">
                <a:pos x="2" y="30"/>
              </a:cxn>
              <a:cxn ang="0">
                <a:pos x="0" y="1"/>
              </a:cxn>
              <a:cxn ang="0">
                <a:pos x="23" y="0"/>
              </a:cxn>
              <a:cxn ang="0">
                <a:pos x="24" y="27"/>
              </a:cxn>
            </a:cxnLst>
            <a:rect l="0" t="0" r="r" b="b"/>
            <a:pathLst>
              <a:path w="24" h="30">
                <a:moveTo>
                  <a:pt x="24" y="27"/>
                </a:moveTo>
                <a:lnTo>
                  <a:pt x="2" y="30"/>
                </a:lnTo>
                <a:lnTo>
                  <a:pt x="0" y="1"/>
                </a:lnTo>
                <a:lnTo>
                  <a:pt x="23" y="0"/>
                </a:lnTo>
                <a:lnTo>
                  <a:pt x="24" y="2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1" name="Freeform 362">
            <a:extLst>
              <a:ext uri="{FF2B5EF4-FFF2-40B4-BE49-F238E27FC236}">
                <a16:creationId xmlns:a16="http://schemas.microsoft.com/office/drawing/2014/main" id="{0ED3E99C-B102-49F4-AE48-DD177AAE0238}"/>
              </a:ext>
            </a:extLst>
          </p:cNvPr>
          <p:cNvSpPr/>
          <p:nvPr/>
        </p:nvSpPr>
        <p:spPr bwMode="auto">
          <a:xfrm>
            <a:off x="4102540" y="3415584"/>
            <a:ext cx="179294" cy="209856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8" y="0"/>
              </a:cxn>
              <a:cxn ang="0">
                <a:pos x="50" y="47"/>
              </a:cxn>
              <a:cxn ang="0">
                <a:pos x="12" y="58"/>
              </a:cxn>
              <a:cxn ang="0">
                <a:pos x="0" y="9"/>
              </a:cxn>
            </a:cxnLst>
            <a:rect l="0" t="0" r="r" b="b"/>
            <a:pathLst>
              <a:path w="50" h="58">
                <a:moveTo>
                  <a:pt x="0" y="9"/>
                </a:moveTo>
                <a:lnTo>
                  <a:pt x="38" y="0"/>
                </a:lnTo>
                <a:lnTo>
                  <a:pt x="50" y="47"/>
                </a:lnTo>
                <a:lnTo>
                  <a:pt x="12" y="58"/>
                </a:lnTo>
                <a:lnTo>
                  <a:pt x="0" y="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2" name="Freeform 363">
            <a:extLst>
              <a:ext uri="{FF2B5EF4-FFF2-40B4-BE49-F238E27FC236}">
                <a16:creationId xmlns:a16="http://schemas.microsoft.com/office/drawing/2014/main" id="{EF8FBEB9-EBC9-42A5-9C3A-23D3AB522483}"/>
              </a:ext>
            </a:extLst>
          </p:cNvPr>
          <p:cNvSpPr/>
          <p:nvPr/>
        </p:nvSpPr>
        <p:spPr bwMode="auto">
          <a:xfrm>
            <a:off x="4263904" y="3346839"/>
            <a:ext cx="197224" cy="22071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36" y="0"/>
              </a:cxn>
              <a:cxn ang="0">
                <a:pos x="55" y="44"/>
              </a:cxn>
              <a:cxn ang="0">
                <a:pos x="19" y="61"/>
              </a:cxn>
              <a:cxn ang="0">
                <a:pos x="0" y="16"/>
              </a:cxn>
            </a:cxnLst>
            <a:rect l="0" t="0" r="r" b="b"/>
            <a:pathLst>
              <a:path w="55" h="61">
                <a:moveTo>
                  <a:pt x="0" y="16"/>
                </a:moveTo>
                <a:lnTo>
                  <a:pt x="36" y="0"/>
                </a:lnTo>
                <a:lnTo>
                  <a:pt x="55" y="44"/>
                </a:lnTo>
                <a:lnTo>
                  <a:pt x="19" y="61"/>
                </a:lnTo>
                <a:lnTo>
                  <a:pt x="0" y="16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3" name="Freeform 364">
            <a:extLst>
              <a:ext uri="{FF2B5EF4-FFF2-40B4-BE49-F238E27FC236}">
                <a16:creationId xmlns:a16="http://schemas.microsoft.com/office/drawing/2014/main" id="{736969CA-D278-4F71-88F6-898BB3A194E0}"/>
              </a:ext>
            </a:extLst>
          </p:cNvPr>
          <p:cNvSpPr/>
          <p:nvPr/>
        </p:nvSpPr>
        <p:spPr bwMode="auto">
          <a:xfrm>
            <a:off x="4410926" y="3249147"/>
            <a:ext cx="215153" cy="227947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33" y="0"/>
              </a:cxn>
              <a:cxn ang="0">
                <a:pos x="60" y="40"/>
              </a:cxn>
              <a:cxn ang="0">
                <a:pos x="28" y="63"/>
              </a:cxn>
              <a:cxn ang="0">
                <a:pos x="0" y="22"/>
              </a:cxn>
            </a:cxnLst>
            <a:rect l="0" t="0" r="r" b="b"/>
            <a:pathLst>
              <a:path w="60" h="63">
                <a:moveTo>
                  <a:pt x="0" y="22"/>
                </a:moveTo>
                <a:lnTo>
                  <a:pt x="33" y="0"/>
                </a:lnTo>
                <a:lnTo>
                  <a:pt x="60" y="40"/>
                </a:lnTo>
                <a:lnTo>
                  <a:pt x="28" y="63"/>
                </a:lnTo>
                <a:lnTo>
                  <a:pt x="0" y="2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4" name="Freeform 365">
            <a:extLst>
              <a:ext uri="{FF2B5EF4-FFF2-40B4-BE49-F238E27FC236}">
                <a16:creationId xmlns:a16="http://schemas.microsoft.com/office/drawing/2014/main" id="{4C1A5D9D-320C-4D94-BD64-E19B84C8B3E8}"/>
              </a:ext>
            </a:extLst>
          </p:cNvPr>
          <p:cNvSpPr/>
          <p:nvPr/>
        </p:nvSpPr>
        <p:spPr bwMode="auto">
          <a:xfrm>
            <a:off x="4547189" y="3129746"/>
            <a:ext cx="222325" cy="227947"/>
          </a:xfrm>
          <a:custGeom>
            <a:avLst/>
            <a:gdLst/>
            <a:ahLst/>
            <a:cxnLst>
              <a:cxn ang="0">
                <a:pos x="0" y="27"/>
              </a:cxn>
              <a:cxn ang="0">
                <a:pos x="28" y="0"/>
              </a:cxn>
              <a:cxn ang="0">
                <a:pos x="62" y="35"/>
              </a:cxn>
              <a:cxn ang="0">
                <a:pos x="34" y="63"/>
              </a:cxn>
              <a:cxn ang="0">
                <a:pos x="0" y="27"/>
              </a:cxn>
            </a:cxnLst>
            <a:rect l="0" t="0" r="r" b="b"/>
            <a:pathLst>
              <a:path w="62" h="63">
                <a:moveTo>
                  <a:pt x="0" y="27"/>
                </a:moveTo>
                <a:lnTo>
                  <a:pt x="28" y="0"/>
                </a:lnTo>
                <a:lnTo>
                  <a:pt x="62" y="35"/>
                </a:lnTo>
                <a:lnTo>
                  <a:pt x="34" y="63"/>
                </a:lnTo>
                <a:lnTo>
                  <a:pt x="0" y="27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5" name="Freeform 366">
            <a:extLst>
              <a:ext uri="{FF2B5EF4-FFF2-40B4-BE49-F238E27FC236}">
                <a16:creationId xmlns:a16="http://schemas.microsoft.com/office/drawing/2014/main" id="{67D2A894-F858-46EC-B21B-20D5D49D30E0}"/>
              </a:ext>
            </a:extLst>
          </p:cNvPr>
          <p:cNvSpPr/>
          <p:nvPr/>
        </p:nvSpPr>
        <p:spPr bwMode="auto">
          <a:xfrm>
            <a:off x="4672695" y="2977782"/>
            <a:ext cx="218739" cy="217092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22" y="0"/>
              </a:cxn>
              <a:cxn ang="0">
                <a:pos x="61" y="29"/>
              </a:cxn>
              <a:cxn ang="0">
                <a:pos x="38" y="60"/>
              </a:cxn>
              <a:cxn ang="0">
                <a:pos x="0" y="32"/>
              </a:cxn>
            </a:cxnLst>
            <a:rect l="0" t="0" r="r" b="b"/>
            <a:pathLst>
              <a:path w="61" h="60">
                <a:moveTo>
                  <a:pt x="0" y="32"/>
                </a:moveTo>
                <a:lnTo>
                  <a:pt x="22" y="0"/>
                </a:lnTo>
                <a:lnTo>
                  <a:pt x="61" y="29"/>
                </a:lnTo>
                <a:lnTo>
                  <a:pt x="38" y="60"/>
                </a:lnTo>
                <a:lnTo>
                  <a:pt x="0" y="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6" name="Freeform 367">
            <a:extLst>
              <a:ext uri="{FF2B5EF4-FFF2-40B4-BE49-F238E27FC236}">
                <a16:creationId xmlns:a16="http://schemas.microsoft.com/office/drawing/2014/main" id="{02B2AB45-B0B5-441E-A8AE-4EE1C198ED21}"/>
              </a:ext>
            </a:extLst>
          </p:cNvPr>
          <p:cNvSpPr/>
          <p:nvPr/>
        </p:nvSpPr>
        <p:spPr bwMode="auto">
          <a:xfrm>
            <a:off x="4758757" y="2833053"/>
            <a:ext cx="215153" cy="199001"/>
          </a:xfrm>
          <a:custGeom>
            <a:avLst/>
            <a:gdLst/>
            <a:ahLst/>
            <a:cxnLst>
              <a:cxn ang="0">
                <a:pos x="0" y="35"/>
              </a:cxn>
              <a:cxn ang="0">
                <a:pos x="17" y="0"/>
              </a:cxn>
              <a:cxn ang="0">
                <a:pos x="60" y="20"/>
              </a:cxn>
              <a:cxn ang="0">
                <a:pos x="43" y="55"/>
              </a:cxn>
              <a:cxn ang="0">
                <a:pos x="0" y="35"/>
              </a:cxn>
            </a:cxnLst>
            <a:rect l="0" t="0" r="r" b="b"/>
            <a:pathLst>
              <a:path w="60" h="55">
                <a:moveTo>
                  <a:pt x="0" y="35"/>
                </a:moveTo>
                <a:lnTo>
                  <a:pt x="17" y="0"/>
                </a:lnTo>
                <a:lnTo>
                  <a:pt x="60" y="20"/>
                </a:lnTo>
                <a:lnTo>
                  <a:pt x="43" y="55"/>
                </a:lnTo>
                <a:lnTo>
                  <a:pt x="0" y="3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7" name="Freeform 368">
            <a:extLst>
              <a:ext uri="{FF2B5EF4-FFF2-40B4-BE49-F238E27FC236}">
                <a16:creationId xmlns:a16="http://schemas.microsoft.com/office/drawing/2014/main" id="{5A704B1F-0443-43AC-BD17-768D1E9B0548}"/>
              </a:ext>
            </a:extLst>
          </p:cNvPr>
          <p:cNvSpPr/>
          <p:nvPr/>
        </p:nvSpPr>
        <p:spPr bwMode="auto">
          <a:xfrm>
            <a:off x="4823302" y="2673853"/>
            <a:ext cx="204395" cy="184529"/>
          </a:xfrm>
          <a:custGeom>
            <a:avLst/>
            <a:gdLst/>
            <a:ahLst/>
            <a:cxnLst>
              <a:cxn ang="0">
                <a:pos x="0" y="37"/>
              </a:cxn>
              <a:cxn ang="0">
                <a:pos x="12" y="0"/>
              </a:cxn>
              <a:cxn ang="0">
                <a:pos x="57" y="13"/>
              </a:cxn>
              <a:cxn ang="0">
                <a:pos x="47" y="51"/>
              </a:cxn>
              <a:cxn ang="0">
                <a:pos x="0" y="37"/>
              </a:cxn>
            </a:cxnLst>
            <a:rect l="0" t="0" r="r" b="b"/>
            <a:pathLst>
              <a:path w="57" h="51">
                <a:moveTo>
                  <a:pt x="0" y="37"/>
                </a:moveTo>
                <a:lnTo>
                  <a:pt x="12" y="0"/>
                </a:lnTo>
                <a:lnTo>
                  <a:pt x="57" y="13"/>
                </a:lnTo>
                <a:lnTo>
                  <a:pt x="47" y="51"/>
                </a:lnTo>
                <a:lnTo>
                  <a:pt x="0" y="3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8" name="Freeform 369">
            <a:extLst>
              <a:ext uri="{FF2B5EF4-FFF2-40B4-BE49-F238E27FC236}">
                <a16:creationId xmlns:a16="http://schemas.microsoft.com/office/drawing/2014/main" id="{CD2385DF-D28E-4A5C-8BA2-350C9EC749F1}"/>
              </a:ext>
            </a:extLst>
          </p:cNvPr>
          <p:cNvSpPr/>
          <p:nvPr/>
        </p:nvSpPr>
        <p:spPr bwMode="auto">
          <a:xfrm>
            <a:off x="4866333" y="2511033"/>
            <a:ext cx="186466" cy="155583"/>
          </a:xfrm>
          <a:custGeom>
            <a:avLst/>
            <a:gdLst/>
            <a:ahLst/>
            <a:cxnLst>
              <a:cxn ang="0">
                <a:pos x="0" y="38"/>
              </a:cxn>
              <a:cxn ang="0">
                <a:pos x="3" y="0"/>
              </a:cxn>
              <a:cxn ang="0">
                <a:pos x="52" y="4"/>
              </a:cxn>
              <a:cxn ang="0">
                <a:pos x="47" y="43"/>
              </a:cxn>
              <a:cxn ang="0">
                <a:pos x="0" y="38"/>
              </a:cxn>
            </a:cxnLst>
            <a:rect l="0" t="0" r="r" b="b"/>
            <a:pathLst>
              <a:path w="52" h="43">
                <a:moveTo>
                  <a:pt x="0" y="38"/>
                </a:moveTo>
                <a:lnTo>
                  <a:pt x="3" y="0"/>
                </a:lnTo>
                <a:lnTo>
                  <a:pt x="52" y="4"/>
                </a:lnTo>
                <a:lnTo>
                  <a:pt x="47" y="43"/>
                </a:lnTo>
                <a:lnTo>
                  <a:pt x="0" y="3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9" name="Freeform 370">
            <a:extLst>
              <a:ext uri="{FF2B5EF4-FFF2-40B4-BE49-F238E27FC236}">
                <a16:creationId xmlns:a16="http://schemas.microsoft.com/office/drawing/2014/main" id="{575CAF54-3A55-4CBD-8A6A-67FA66328867}"/>
              </a:ext>
            </a:extLst>
          </p:cNvPr>
          <p:cNvSpPr/>
          <p:nvPr/>
        </p:nvSpPr>
        <p:spPr bwMode="auto">
          <a:xfrm>
            <a:off x="3374607" y="3086328"/>
            <a:ext cx="168536" cy="173673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47" y="18"/>
              </a:cxn>
              <a:cxn ang="0">
                <a:pos x="25" y="48"/>
              </a:cxn>
              <a:cxn ang="0">
                <a:pos x="0" y="30"/>
              </a:cxn>
              <a:cxn ang="0">
                <a:pos x="22" y="0"/>
              </a:cxn>
            </a:cxnLst>
            <a:rect l="0" t="0" r="r" b="b"/>
            <a:pathLst>
              <a:path w="47" h="48">
                <a:moveTo>
                  <a:pt x="22" y="0"/>
                </a:moveTo>
                <a:lnTo>
                  <a:pt x="47" y="18"/>
                </a:lnTo>
                <a:lnTo>
                  <a:pt x="25" y="48"/>
                </a:lnTo>
                <a:lnTo>
                  <a:pt x="0" y="30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0" name="Freeform 371">
            <a:extLst>
              <a:ext uri="{FF2B5EF4-FFF2-40B4-BE49-F238E27FC236}">
                <a16:creationId xmlns:a16="http://schemas.microsoft.com/office/drawing/2014/main" id="{3FCF9C80-26E6-47C4-A627-7D2B6282E5C2}"/>
              </a:ext>
            </a:extLst>
          </p:cNvPr>
          <p:cNvSpPr/>
          <p:nvPr/>
        </p:nvSpPr>
        <p:spPr bwMode="auto">
          <a:xfrm>
            <a:off x="3503697" y="3158692"/>
            <a:ext cx="157779" cy="170056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44" y="14"/>
              </a:cxn>
              <a:cxn ang="0">
                <a:pos x="27" y="47"/>
              </a:cxn>
              <a:cxn ang="0">
                <a:pos x="0" y="34"/>
              </a:cxn>
              <a:cxn ang="0">
                <a:pos x="16" y="0"/>
              </a:cxn>
            </a:cxnLst>
            <a:rect l="0" t="0" r="r" b="b"/>
            <a:pathLst>
              <a:path w="44" h="47">
                <a:moveTo>
                  <a:pt x="16" y="0"/>
                </a:moveTo>
                <a:lnTo>
                  <a:pt x="44" y="14"/>
                </a:lnTo>
                <a:lnTo>
                  <a:pt x="27" y="47"/>
                </a:lnTo>
                <a:lnTo>
                  <a:pt x="0" y="34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1" name="Freeform 372">
            <a:extLst>
              <a:ext uri="{FF2B5EF4-FFF2-40B4-BE49-F238E27FC236}">
                <a16:creationId xmlns:a16="http://schemas.microsoft.com/office/drawing/2014/main" id="{D935F83A-AC66-486E-A762-BE95B841FB4C}"/>
              </a:ext>
            </a:extLst>
          </p:cNvPr>
          <p:cNvSpPr/>
          <p:nvPr/>
        </p:nvSpPr>
        <p:spPr bwMode="auto">
          <a:xfrm>
            <a:off x="3639961" y="3209347"/>
            <a:ext cx="147021" cy="162819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41" y="9"/>
              </a:cxn>
              <a:cxn ang="0">
                <a:pos x="30" y="45"/>
              </a:cxn>
              <a:cxn ang="0">
                <a:pos x="0" y="37"/>
              </a:cxn>
              <a:cxn ang="0">
                <a:pos x="11" y="0"/>
              </a:cxn>
            </a:cxnLst>
            <a:rect l="0" t="0" r="r" b="b"/>
            <a:pathLst>
              <a:path w="41" h="45">
                <a:moveTo>
                  <a:pt x="11" y="0"/>
                </a:moveTo>
                <a:lnTo>
                  <a:pt x="41" y="9"/>
                </a:lnTo>
                <a:lnTo>
                  <a:pt x="30" y="45"/>
                </a:lnTo>
                <a:lnTo>
                  <a:pt x="0" y="37"/>
                </a:lnTo>
                <a:lnTo>
                  <a:pt x="11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2" name="Freeform 373">
            <a:extLst>
              <a:ext uri="{FF2B5EF4-FFF2-40B4-BE49-F238E27FC236}">
                <a16:creationId xmlns:a16="http://schemas.microsoft.com/office/drawing/2014/main" id="{BA9B6CDD-F5CD-45CB-B27E-01867B2BD8A6}"/>
              </a:ext>
            </a:extLst>
          </p:cNvPr>
          <p:cNvSpPr/>
          <p:nvPr/>
        </p:nvSpPr>
        <p:spPr bwMode="auto">
          <a:xfrm>
            <a:off x="3790568" y="3241910"/>
            <a:ext cx="121920" cy="144729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34" y="3"/>
              </a:cxn>
              <a:cxn ang="0">
                <a:pos x="30" y="40"/>
              </a:cxn>
              <a:cxn ang="0">
                <a:pos x="0" y="37"/>
              </a:cxn>
              <a:cxn ang="0">
                <a:pos x="3" y="0"/>
              </a:cxn>
            </a:cxnLst>
            <a:rect l="0" t="0" r="r" b="b"/>
            <a:pathLst>
              <a:path w="34" h="40">
                <a:moveTo>
                  <a:pt x="3" y="0"/>
                </a:moveTo>
                <a:lnTo>
                  <a:pt x="34" y="3"/>
                </a:lnTo>
                <a:lnTo>
                  <a:pt x="30" y="40"/>
                </a:lnTo>
                <a:lnTo>
                  <a:pt x="0" y="37"/>
                </a:lnTo>
                <a:lnTo>
                  <a:pt x="3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3" name="Freeform 374">
            <a:extLst>
              <a:ext uri="{FF2B5EF4-FFF2-40B4-BE49-F238E27FC236}">
                <a16:creationId xmlns:a16="http://schemas.microsoft.com/office/drawing/2014/main" id="{F67D4317-700E-4F9D-BAA2-B235118716B4}"/>
              </a:ext>
            </a:extLst>
          </p:cNvPr>
          <p:cNvSpPr/>
          <p:nvPr/>
        </p:nvSpPr>
        <p:spPr bwMode="auto">
          <a:xfrm>
            <a:off x="3930417" y="3241910"/>
            <a:ext cx="121920" cy="141110"/>
          </a:xfrm>
          <a:custGeom>
            <a:avLst/>
            <a:gdLst/>
            <a:ahLst/>
            <a:cxnLst>
              <a:cxn ang="0">
                <a:pos x="0" y="2"/>
              </a:cxn>
              <a:cxn ang="0">
                <a:pos x="31" y="0"/>
              </a:cxn>
              <a:cxn ang="0">
                <a:pos x="34" y="38"/>
              </a:cxn>
              <a:cxn ang="0">
                <a:pos x="3" y="39"/>
              </a:cxn>
              <a:cxn ang="0">
                <a:pos x="0" y="2"/>
              </a:cxn>
            </a:cxnLst>
            <a:rect l="0" t="0" r="r" b="b"/>
            <a:pathLst>
              <a:path w="34" h="39">
                <a:moveTo>
                  <a:pt x="0" y="2"/>
                </a:moveTo>
                <a:lnTo>
                  <a:pt x="31" y="0"/>
                </a:lnTo>
                <a:lnTo>
                  <a:pt x="34" y="38"/>
                </a:lnTo>
                <a:lnTo>
                  <a:pt x="3" y="39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4" name="Freeform 375">
            <a:extLst>
              <a:ext uri="{FF2B5EF4-FFF2-40B4-BE49-F238E27FC236}">
                <a16:creationId xmlns:a16="http://schemas.microsoft.com/office/drawing/2014/main" id="{B81B1CC2-4015-49C7-B420-0036457A8E4D}"/>
              </a:ext>
            </a:extLst>
          </p:cNvPr>
          <p:cNvSpPr/>
          <p:nvPr/>
        </p:nvSpPr>
        <p:spPr bwMode="auto">
          <a:xfrm>
            <a:off x="4059509" y="3209347"/>
            <a:ext cx="139849" cy="159201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30" y="0"/>
              </a:cxn>
              <a:cxn ang="0">
                <a:pos x="39" y="37"/>
              </a:cxn>
              <a:cxn ang="0">
                <a:pos x="9" y="44"/>
              </a:cxn>
              <a:cxn ang="0">
                <a:pos x="0" y="7"/>
              </a:cxn>
            </a:cxnLst>
            <a:rect l="0" t="0" r="r" b="b"/>
            <a:pathLst>
              <a:path w="39" h="44">
                <a:moveTo>
                  <a:pt x="0" y="7"/>
                </a:moveTo>
                <a:lnTo>
                  <a:pt x="30" y="0"/>
                </a:lnTo>
                <a:lnTo>
                  <a:pt x="39" y="37"/>
                </a:lnTo>
                <a:lnTo>
                  <a:pt x="9" y="44"/>
                </a:lnTo>
                <a:lnTo>
                  <a:pt x="0" y="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5" name="Freeform 376">
            <a:extLst>
              <a:ext uri="{FF2B5EF4-FFF2-40B4-BE49-F238E27FC236}">
                <a16:creationId xmlns:a16="http://schemas.microsoft.com/office/drawing/2014/main" id="{A80FBFFA-3C38-48E3-959C-1C1061C517E1}"/>
              </a:ext>
            </a:extLst>
          </p:cNvPr>
          <p:cNvSpPr/>
          <p:nvPr/>
        </p:nvSpPr>
        <p:spPr bwMode="auto">
          <a:xfrm>
            <a:off x="4181429" y="3155074"/>
            <a:ext cx="157779" cy="166437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8" y="0"/>
              </a:cxn>
              <a:cxn ang="0">
                <a:pos x="44" y="34"/>
              </a:cxn>
              <a:cxn ang="0">
                <a:pos x="16" y="46"/>
              </a:cxn>
              <a:cxn ang="0">
                <a:pos x="0" y="12"/>
              </a:cxn>
            </a:cxnLst>
            <a:rect l="0" t="0" r="r" b="b"/>
            <a:pathLst>
              <a:path w="44" h="46">
                <a:moveTo>
                  <a:pt x="0" y="12"/>
                </a:moveTo>
                <a:lnTo>
                  <a:pt x="28" y="0"/>
                </a:lnTo>
                <a:lnTo>
                  <a:pt x="44" y="34"/>
                </a:lnTo>
                <a:lnTo>
                  <a:pt x="16" y="46"/>
                </a:lnTo>
                <a:lnTo>
                  <a:pt x="0" y="1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6" name="Freeform 377">
            <a:extLst>
              <a:ext uri="{FF2B5EF4-FFF2-40B4-BE49-F238E27FC236}">
                <a16:creationId xmlns:a16="http://schemas.microsoft.com/office/drawing/2014/main" id="{8616EBB4-897A-4288-AB3B-A011E756DF21}"/>
              </a:ext>
            </a:extLst>
          </p:cNvPr>
          <p:cNvSpPr/>
          <p:nvPr/>
        </p:nvSpPr>
        <p:spPr bwMode="auto">
          <a:xfrm>
            <a:off x="4299763" y="3079091"/>
            <a:ext cx="164951" cy="177292"/>
          </a:xfrm>
          <a:custGeom>
            <a:avLst/>
            <a:gdLst/>
            <a:ahLst/>
            <a:cxnLst>
              <a:cxn ang="0">
                <a:pos x="0" y="18"/>
              </a:cxn>
              <a:cxn ang="0">
                <a:pos x="25" y="0"/>
              </a:cxn>
              <a:cxn ang="0">
                <a:pos x="46" y="31"/>
              </a:cxn>
              <a:cxn ang="0">
                <a:pos x="20" y="49"/>
              </a:cxn>
              <a:cxn ang="0">
                <a:pos x="0" y="18"/>
              </a:cxn>
            </a:cxnLst>
            <a:rect l="0" t="0" r="r" b="b"/>
            <a:pathLst>
              <a:path w="46" h="49">
                <a:moveTo>
                  <a:pt x="0" y="18"/>
                </a:moveTo>
                <a:lnTo>
                  <a:pt x="25" y="0"/>
                </a:lnTo>
                <a:lnTo>
                  <a:pt x="46" y="31"/>
                </a:lnTo>
                <a:lnTo>
                  <a:pt x="20" y="49"/>
                </a:lnTo>
                <a:lnTo>
                  <a:pt x="0" y="1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7" name="Freeform 378">
            <a:extLst>
              <a:ext uri="{FF2B5EF4-FFF2-40B4-BE49-F238E27FC236}">
                <a16:creationId xmlns:a16="http://schemas.microsoft.com/office/drawing/2014/main" id="{A7D0B272-389E-4294-BCA9-334DA39D292F}"/>
              </a:ext>
            </a:extLst>
          </p:cNvPr>
          <p:cNvSpPr/>
          <p:nvPr/>
        </p:nvSpPr>
        <p:spPr bwMode="auto">
          <a:xfrm>
            <a:off x="4400168" y="2988636"/>
            <a:ext cx="175708" cy="173673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23" y="0"/>
              </a:cxn>
              <a:cxn ang="0">
                <a:pos x="49" y="27"/>
              </a:cxn>
              <a:cxn ang="0">
                <a:pos x="27" y="48"/>
              </a:cxn>
              <a:cxn ang="0">
                <a:pos x="0" y="21"/>
              </a:cxn>
            </a:cxnLst>
            <a:rect l="0" t="0" r="r" b="b"/>
            <a:pathLst>
              <a:path w="49" h="48">
                <a:moveTo>
                  <a:pt x="0" y="21"/>
                </a:moveTo>
                <a:lnTo>
                  <a:pt x="23" y="0"/>
                </a:lnTo>
                <a:lnTo>
                  <a:pt x="49" y="27"/>
                </a:lnTo>
                <a:lnTo>
                  <a:pt x="27" y="48"/>
                </a:lnTo>
                <a:lnTo>
                  <a:pt x="0" y="21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8" name="Freeform 379">
            <a:extLst>
              <a:ext uri="{FF2B5EF4-FFF2-40B4-BE49-F238E27FC236}">
                <a16:creationId xmlns:a16="http://schemas.microsoft.com/office/drawing/2014/main" id="{0CAF87A9-666A-43BF-AE8F-F18BF94D7DCC}"/>
              </a:ext>
            </a:extLst>
          </p:cNvPr>
          <p:cNvSpPr/>
          <p:nvPr/>
        </p:nvSpPr>
        <p:spPr bwMode="auto">
          <a:xfrm>
            <a:off x="4489815" y="2880090"/>
            <a:ext cx="172122" cy="173673"/>
          </a:xfrm>
          <a:custGeom>
            <a:avLst/>
            <a:gdLst/>
            <a:ahLst/>
            <a:cxnLst>
              <a:cxn ang="0">
                <a:pos x="0" y="25"/>
              </a:cxn>
              <a:cxn ang="0">
                <a:pos x="18" y="0"/>
              </a:cxn>
              <a:cxn ang="0">
                <a:pos x="48" y="23"/>
              </a:cxn>
              <a:cxn ang="0">
                <a:pos x="30" y="48"/>
              </a:cxn>
              <a:cxn ang="0">
                <a:pos x="0" y="25"/>
              </a:cxn>
            </a:cxnLst>
            <a:rect l="0" t="0" r="r" b="b"/>
            <a:pathLst>
              <a:path w="48" h="48">
                <a:moveTo>
                  <a:pt x="0" y="25"/>
                </a:moveTo>
                <a:lnTo>
                  <a:pt x="18" y="0"/>
                </a:lnTo>
                <a:lnTo>
                  <a:pt x="48" y="23"/>
                </a:lnTo>
                <a:lnTo>
                  <a:pt x="30" y="48"/>
                </a:lnTo>
                <a:lnTo>
                  <a:pt x="0" y="25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9" name="Freeform 380">
            <a:extLst>
              <a:ext uri="{FF2B5EF4-FFF2-40B4-BE49-F238E27FC236}">
                <a16:creationId xmlns:a16="http://schemas.microsoft.com/office/drawing/2014/main" id="{04F4C816-7E35-4473-A124-C32D73D7731D}"/>
              </a:ext>
            </a:extLst>
          </p:cNvPr>
          <p:cNvSpPr/>
          <p:nvPr/>
        </p:nvSpPr>
        <p:spPr bwMode="auto">
          <a:xfrm>
            <a:off x="4561533" y="2764308"/>
            <a:ext cx="172122" cy="159201"/>
          </a:xfrm>
          <a:custGeom>
            <a:avLst/>
            <a:gdLst/>
            <a:ahLst/>
            <a:cxnLst>
              <a:cxn ang="0">
                <a:pos x="0" y="28"/>
              </a:cxn>
              <a:cxn ang="0">
                <a:pos x="14" y="0"/>
              </a:cxn>
              <a:cxn ang="0">
                <a:pos x="48" y="17"/>
              </a:cxn>
              <a:cxn ang="0">
                <a:pos x="34" y="44"/>
              </a:cxn>
              <a:cxn ang="0">
                <a:pos x="0" y="28"/>
              </a:cxn>
            </a:cxnLst>
            <a:rect l="0" t="0" r="r" b="b"/>
            <a:pathLst>
              <a:path w="48" h="44">
                <a:moveTo>
                  <a:pt x="0" y="28"/>
                </a:moveTo>
                <a:lnTo>
                  <a:pt x="14" y="0"/>
                </a:lnTo>
                <a:lnTo>
                  <a:pt x="48" y="17"/>
                </a:lnTo>
                <a:lnTo>
                  <a:pt x="34" y="44"/>
                </a:lnTo>
                <a:lnTo>
                  <a:pt x="0" y="2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0" name="Freeform 381">
            <a:extLst>
              <a:ext uri="{FF2B5EF4-FFF2-40B4-BE49-F238E27FC236}">
                <a16:creationId xmlns:a16="http://schemas.microsoft.com/office/drawing/2014/main" id="{2EEBD7E4-10AD-4B7D-A302-BFDCF8949BE5}"/>
              </a:ext>
            </a:extLst>
          </p:cNvPr>
          <p:cNvSpPr/>
          <p:nvPr/>
        </p:nvSpPr>
        <p:spPr bwMode="auto">
          <a:xfrm>
            <a:off x="4615321" y="2637670"/>
            <a:ext cx="161365" cy="144729"/>
          </a:xfrm>
          <a:custGeom>
            <a:avLst/>
            <a:gdLst/>
            <a:ahLst/>
            <a:cxnLst>
              <a:cxn ang="0">
                <a:pos x="0" y="29"/>
              </a:cxn>
              <a:cxn ang="0">
                <a:pos x="8" y="0"/>
              </a:cxn>
              <a:cxn ang="0">
                <a:pos x="45" y="11"/>
              </a:cxn>
              <a:cxn ang="0">
                <a:pos x="36" y="40"/>
              </a:cxn>
              <a:cxn ang="0">
                <a:pos x="0" y="29"/>
              </a:cxn>
            </a:cxnLst>
            <a:rect l="0" t="0" r="r" b="b"/>
            <a:pathLst>
              <a:path w="45" h="40">
                <a:moveTo>
                  <a:pt x="0" y="29"/>
                </a:moveTo>
                <a:lnTo>
                  <a:pt x="8" y="0"/>
                </a:lnTo>
                <a:lnTo>
                  <a:pt x="45" y="11"/>
                </a:lnTo>
                <a:lnTo>
                  <a:pt x="36" y="40"/>
                </a:lnTo>
                <a:lnTo>
                  <a:pt x="0" y="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1" name="Freeform 382">
            <a:extLst>
              <a:ext uri="{FF2B5EF4-FFF2-40B4-BE49-F238E27FC236}">
                <a16:creationId xmlns:a16="http://schemas.microsoft.com/office/drawing/2014/main" id="{D8141800-978B-415C-8AD1-54115430CF7D}"/>
              </a:ext>
            </a:extLst>
          </p:cNvPr>
          <p:cNvSpPr/>
          <p:nvPr/>
        </p:nvSpPr>
        <p:spPr bwMode="auto">
          <a:xfrm>
            <a:off x="4644008" y="2511034"/>
            <a:ext cx="147021" cy="123019"/>
          </a:xfrm>
          <a:custGeom>
            <a:avLst/>
            <a:gdLst/>
            <a:ahLst/>
            <a:cxnLst>
              <a:cxn ang="0">
                <a:pos x="0" y="30"/>
              </a:cxn>
              <a:cxn ang="0">
                <a:pos x="3" y="0"/>
              </a:cxn>
              <a:cxn ang="0">
                <a:pos x="41" y="3"/>
              </a:cxn>
              <a:cxn ang="0">
                <a:pos x="38" y="34"/>
              </a:cxn>
              <a:cxn ang="0">
                <a:pos x="0" y="30"/>
              </a:cxn>
            </a:cxnLst>
            <a:rect l="0" t="0" r="r" b="b"/>
            <a:pathLst>
              <a:path w="41" h="34">
                <a:moveTo>
                  <a:pt x="0" y="30"/>
                </a:moveTo>
                <a:lnTo>
                  <a:pt x="3" y="0"/>
                </a:lnTo>
                <a:lnTo>
                  <a:pt x="41" y="3"/>
                </a:lnTo>
                <a:lnTo>
                  <a:pt x="38" y="34"/>
                </a:lnTo>
                <a:lnTo>
                  <a:pt x="0" y="30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2" name="Freeform 383">
            <a:extLst>
              <a:ext uri="{FF2B5EF4-FFF2-40B4-BE49-F238E27FC236}">
                <a16:creationId xmlns:a16="http://schemas.microsoft.com/office/drawing/2014/main" id="{2C9CBBB9-0734-4283-8E68-81F0C9BE7416}"/>
              </a:ext>
            </a:extLst>
          </p:cNvPr>
          <p:cNvSpPr/>
          <p:nvPr/>
        </p:nvSpPr>
        <p:spPr bwMode="auto">
          <a:xfrm>
            <a:off x="3711679" y="3028436"/>
            <a:ext cx="107576" cy="119401"/>
          </a:xfrm>
          <a:custGeom>
            <a:avLst/>
            <a:gdLst/>
            <a:ahLst/>
            <a:cxnLst>
              <a:cxn ang="0">
                <a:pos x="8" y="0"/>
              </a:cxn>
              <a:cxn ang="0">
                <a:pos x="30" y="6"/>
              </a:cxn>
              <a:cxn ang="0">
                <a:pos x="22" y="33"/>
              </a:cxn>
              <a:cxn ang="0">
                <a:pos x="0" y="27"/>
              </a:cxn>
              <a:cxn ang="0">
                <a:pos x="8" y="0"/>
              </a:cxn>
            </a:cxnLst>
            <a:rect l="0" t="0" r="r" b="b"/>
            <a:pathLst>
              <a:path w="30" h="33">
                <a:moveTo>
                  <a:pt x="8" y="0"/>
                </a:moveTo>
                <a:lnTo>
                  <a:pt x="30" y="6"/>
                </a:lnTo>
                <a:lnTo>
                  <a:pt x="22" y="33"/>
                </a:lnTo>
                <a:lnTo>
                  <a:pt x="0" y="27"/>
                </a:lnTo>
                <a:lnTo>
                  <a:pt x="8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3" name="Freeform 384">
            <a:extLst>
              <a:ext uri="{FF2B5EF4-FFF2-40B4-BE49-F238E27FC236}">
                <a16:creationId xmlns:a16="http://schemas.microsoft.com/office/drawing/2014/main" id="{79EA58F9-74BB-4BE1-B01B-3BDCCAC79775}"/>
              </a:ext>
            </a:extLst>
          </p:cNvPr>
          <p:cNvSpPr/>
          <p:nvPr/>
        </p:nvSpPr>
        <p:spPr bwMode="auto">
          <a:xfrm>
            <a:off x="3822841" y="3050145"/>
            <a:ext cx="93233" cy="108547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26" y="3"/>
              </a:cxn>
              <a:cxn ang="0">
                <a:pos x="22" y="30"/>
              </a:cxn>
              <a:cxn ang="0">
                <a:pos x="0" y="28"/>
              </a:cxn>
              <a:cxn ang="0">
                <a:pos x="3" y="0"/>
              </a:cxn>
            </a:cxnLst>
            <a:rect l="0" t="0" r="r" b="b"/>
            <a:pathLst>
              <a:path w="26" h="30">
                <a:moveTo>
                  <a:pt x="3" y="0"/>
                </a:moveTo>
                <a:lnTo>
                  <a:pt x="26" y="3"/>
                </a:lnTo>
                <a:lnTo>
                  <a:pt x="22" y="30"/>
                </a:lnTo>
                <a:lnTo>
                  <a:pt x="0" y="28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4" name="Freeform 385">
            <a:extLst>
              <a:ext uri="{FF2B5EF4-FFF2-40B4-BE49-F238E27FC236}">
                <a16:creationId xmlns:a16="http://schemas.microsoft.com/office/drawing/2014/main" id="{AB1BB739-7452-41D7-AC11-A62F8733B470}"/>
              </a:ext>
            </a:extLst>
          </p:cNvPr>
          <p:cNvSpPr/>
          <p:nvPr/>
        </p:nvSpPr>
        <p:spPr bwMode="auto">
          <a:xfrm>
            <a:off x="3926831" y="3053764"/>
            <a:ext cx="89647" cy="104928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3" y="0"/>
              </a:cxn>
              <a:cxn ang="0">
                <a:pos x="25" y="27"/>
              </a:cxn>
              <a:cxn ang="0">
                <a:pos x="2" y="29"/>
              </a:cxn>
              <a:cxn ang="0">
                <a:pos x="0" y="1"/>
              </a:cxn>
            </a:cxnLst>
            <a:rect l="0" t="0" r="r" b="b"/>
            <a:pathLst>
              <a:path w="25" h="29">
                <a:moveTo>
                  <a:pt x="0" y="1"/>
                </a:moveTo>
                <a:lnTo>
                  <a:pt x="23" y="0"/>
                </a:lnTo>
                <a:lnTo>
                  <a:pt x="25" y="27"/>
                </a:lnTo>
                <a:lnTo>
                  <a:pt x="2" y="2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5" name="Freeform 386">
            <a:extLst>
              <a:ext uri="{FF2B5EF4-FFF2-40B4-BE49-F238E27FC236}">
                <a16:creationId xmlns:a16="http://schemas.microsoft.com/office/drawing/2014/main" id="{C264B0A3-9B0C-4CA3-AA78-F7F301E0E1CE}"/>
              </a:ext>
            </a:extLst>
          </p:cNvPr>
          <p:cNvSpPr/>
          <p:nvPr/>
        </p:nvSpPr>
        <p:spPr bwMode="auto">
          <a:xfrm>
            <a:off x="4023650" y="3028436"/>
            <a:ext cx="100405" cy="119401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22" y="0"/>
              </a:cxn>
              <a:cxn ang="0">
                <a:pos x="28" y="27"/>
              </a:cxn>
              <a:cxn ang="0">
                <a:pos x="7" y="33"/>
              </a:cxn>
              <a:cxn ang="0">
                <a:pos x="0" y="4"/>
              </a:cxn>
            </a:cxnLst>
            <a:rect l="0" t="0" r="r" b="b"/>
            <a:pathLst>
              <a:path w="28" h="33">
                <a:moveTo>
                  <a:pt x="0" y="4"/>
                </a:moveTo>
                <a:lnTo>
                  <a:pt x="22" y="0"/>
                </a:lnTo>
                <a:lnTo>
                  <a:pt x="28" y="27"/>
                </a:lnTo>
                <a:lnTo>
                  <a:pt x="7" y="33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6" name="Freeform 387">
            <a:extLst>
              <a:ext uri="{FF2B5EF4-FFF2-40B4-BE49-F238E27FC236}">
                <a16:creationId xmlns:a16="http://schemas.microsoft.com/office/drawing/2014/main" id="{4489212C-5B66-4B2E-9E4A-CE5ABC84CB7E}"/>
              </a:ext>
            </a:extLst>
          </p:cNvPr>
          <p:cNvSpPr/>
          <p:nvPr/>
        </p:nvSpPr>
        <p:spPr bwMode="auto">
          <a:xfrm>
            <a:off x="4113298" y="2988636"/>
            <a:ext cx="118334" cy="126637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21" y="0"/>
              </a:cxn>
              <a:cxn ang="0">
                <a:pos x="33" y="25"/>
              </a:cxn>
              <a:cxn ang="0">
                <a:pos x="11" y="35"/>
              </a:cxn>
              <a:cxn ang="0">
                <a:pos x="0" y="9"/>
              </a:cxn>
            </a:cxnLst>
            <a:rect l="0" t="0" r="r" b="b"/>
            <a:pathLst>
              <a:path w="33" h="35">
                <a:moveTo>
                  <a:pt x="0" y="9"/>
                </a:moveTo>
                <a:lnTo>
                  <a:pt x="21" y="0"/>
                </a:lnTo>
                <a:lnTo>
                  <a:pt x="33" y="25"/>
                </a:lnTo>
                <a:lnTo>
                  <a:pt x="11" y="35"/>
                </a:lnTo>
                <a:lnTo>
                  <a:pt x="0" y="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7" name="Freeform 388">
            <a:extLst>
              <a:ext uri="{FF2B5EF4-FFF2-40B4-BE49-F238E27FC236}">
                <a16:creationId xmlns:a16="http://schemas.microsoft.com/office/drawing/2014/main" id="{0765601C-54BB-43BF-845B-05C224384391}"/>
              </a:ext>
            </a:extLst>
          </p:cNvPr>
          <p:cNvSpPr/>
          <p:nvPr/>
        </p:nvSpPr>
        <p:spPr bwMode="auto">
          <a:xfrm>
            <a:off x="4199359" y="2930744"/>
            <a:ext cx="125506" cy="130255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9" y="0"/>
              </a:cxn>
              <a:cxn ang="0">
                <a:pos x="35" y="24"/>
              </a:cxn>
              <a:cxn ang="0">
                <a:pos x="16" y="36"/>
              </a:cxn>
              <a:cxn ang="0">
                <a:pos x="0" y="12"/>
              </a:cxn>
            </a:cxnLst>
            <a:rect l="0" t="0" r="r" b="b"/>
            <a:pathLst>
              <a:path w="35" h="36">
                <a:moveTo>
                  <a:pt x="0" y="12"/>
                </a:moveTo>
                <a:lnTo>
                  <a:pt x="19" y="0"/>
                </a:lnTo>
                <a:lnTo>
                  <a:pt x="35" y="24"/>
                </a:lnTo>
                <a:lnTo>
                  <a:pt x="16" y="36"/>
                </a:lnTo>
                <a:lnTo>
                  <a:pt x="0" y="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8" name="Freeform 389">
            <a:extLst>
              <a:ext uri="{FF2B5EF4-FFF2-40B4-BE49-F238E27FC236}">
                <a16:creationId xmlns:a16="http://schemas.microsoft.com/office/drawing/2014/main" id="{BF3B7C64-7C93-4C2F-BBA7-94A0D43822BF}"/>
              </a:ext>
            </a:extLst>
          </p:cNvPr>
          <p:cNvSpPr/>
          <p:nvPr/>
        </p:nvSpPr>
        <p:spPr bwMode="auto">
          <a:xfrm>
            <a:off x="4274662" y="2865618"/>
            <a:ext cx="129092" cy="126637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7" y="0"/>
              </a:cxn>
              <a:cxn ang="0">
                <a:pos x="36" y="19"/>
              </a:cxn>
              <a:cxn ang="0">
                <a:pos x="20" y="35"/>
              </a:cxn>
              <a:cxn ang="0">
                <a:pos x="0" y="16"/>
              </a:cxn>
            </a:cxnLst>
            <a:rect l="0" t="0" r="r" b="b"/>
            <a:pathLst>
              <a:path w="36" h="35">
                <a:moveTo>
                  <a:pt x="0" y="16"/>
                </a:moveTo>
                <a:lnTo>
                  <a:pt x="17" y="0"/>
                </a:lnTo>
                <a:lnTo>
                  <a:pt x="36" y="19"/>
                </a:lnTo>
                <a:lnTo>
                  <a:pt x="20" y="35"/>
                </a:lnTo>
                <a:lnTo>
                  <a:pt x="0" y="1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9" name="Freeform 390">
            <a:extLst>
              <a:ext uri="{FF2B5EF4-FFF2-40B4-BE49-F238E27FC236}">
                <a16:creationId xmlns:a16="http://schemas.microsoft.com/office/drawing/2014/main" id="{2DD86854-488C-49CA-9CDB-7BE02565E479}"/>
              </a:ext>
            </a:extLst>
          </p:cNvPr>
          <p:cNvSpPr/>
          <p:nvPr/>
        </p:nvSpPr>
        <p:spPr bwMode="auto">
          <a:xfrm>
            <a:off x="4342795" y="2782399"/>
            <a:ext cx="129092" cy="126637"/>
          </a:xfrm>
          <a:custGeom>
            <a:avLst/>
            <a:gdLst/>
            <a:ahLst/>
            <a:cxnLst>
              <a:cxn ang="0">
                <a:pos x="0" y="18"/>
              </a:cxn>
              <a:cxn ang="0">
                <a:pos x="14" y="0"/>
              </a:cxn>
              <a:cxn ang="0">
                <a:pos x="36" y="17"/>
              </a:cxn>
              <a:cxn ang="0">
                <a:pos x="23" y="35"/>
              </a:cxn>
              <a:cxn ang="0">
                <a:pos x="0" y="18"/>
              </a:cxn>
            </a:cxnLst>
            <a:rect l="0" t="0" r="r" b="b"/>
            <a:pathLst>
              <a:path w="36" h="35">
                <a:moveTo>
                  <a:pt x="0" y="18"/>
                </a:moveTo>
                <a:lnTo>
                  <a:pt x="14" y="0"/>
                </a:lnTo>
                <a:lnTo>
                  <a:pt x="36" y="17"/>
                </a:lnTo>
                <a:lnTo>
                  <a:pt x="23" y="35"/>
                </a:lnTo>
                <a:lnTo>
                  <a:pt x="0" y="1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0" name="Freeform 391">
            <a:extLst>
              <a:ext uri="{FF2B5EF4-FFF2-40B4-BE49-F238E27FC236}">
                <a16:creationId xmlns:a16="http://schemas.microsoft.com/office/drawing/2014/main" id="{6B459118-7D1C-44AA-8F51-53DE90FB246A}"/>
              </a:ext>
            </a:extLst>
          </p:cNvPr>
          <p:cNvSpPr/>
          <p:nvPr/>
        </p:nvSpPr>
        <p:spPr bwMode="auto">
          <a:xfrm>
            <a:off x="4396582" y="2699181"/>
            <a:ext cx="125506" cy="115782"/>
          </a:xfrm>
          <a:custGeom>
            <a:avLst/>
            <a:gdLst/>
            <a:ahLst/>
            <a:cxnLst>
              <a:cxn ang="0">
                <a:pos x="0" y="20"/>
              </a:cxn>
              <a:cxn ang="0">
                <a:pos x="10" y="0"/>
              </a:cxn>
              <a:cxn ang="0">
                <a:pos x="35" y="12"/>
              </a:cxn>
              <a:cxn ang="0">
                <a:pos x="25" y="32"/>
              </a:cxn>
              <a:cxn ang="0">
                <a:pos x="0" y="20"/>
              </a:cxn>
            </a:cxnLst>
            <a:rect l="0" t="0" r="r" b="b"/>
            <a:pathLst>
              <a:path w="35" h="32">
                <a:moveTo>
                  <a:pt x="0" y="20"/>
                </a:moveTo>
                <a:lnTo>
                  <a:pt x="10" y="0"/>
                </a:lnTo>
                <a:lnTo>
                  <a:pt x="35" y="12"/>
                </a:lnTo>
                <a:lnTo>
                  <a:pt x="25" y="32"/>
                </a:lnTo>
                <a:lnTo>
                  <a:pt x="0" y="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1" name="Freeform 392">
            <a:extLst>
              <a:ext uri="{FF2B5EF4-FFF2-40B4-BE49-F238E27FC236}">
                <a16:creationId xmlns:a16="http://schemas.microsoft.com/office/drawing/2014/main" id="{7031A569-2BB5-4F58-8A11-A4313539DDED}"/>
              </a:ext>
            </a:extLst>
          </p:cNvPr>
          <p:cNvSpPr/>
          <p:nvPr/>
        </p:nvSpPr>
        <p:spPr bwMode="auto">
          <a:xfrm>
            <a:off x="4432441" y="2605106"/>
            <a:ext cx="121920" cy="104928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7" y="0"/>
              </a:cxn>
              <a:cxn ang="0">
                <a:pos x="34" y="8"/>
              </a:cxn>
              <a:cxn ang="0">
                <a:pos x="27" y="29"/>
              </a:cxn>
              <a:cxn ang="0">
                <a:pos x="0" y="21"/>
              </a:cxn>
            </a:cxnLst>
            <a:rect l="0" t="0" r="r" b="b"/>
            <a:pathLst>
              <a:path w="34" h="29">
                <a:moveTo>
                  <a:pt x="0" y="21"/>
                </a:moveTo>
                <a:lnTo>
                  <a:pt x="7" y="0"/>
                </a:lnTo>
                <a:lnTo>
                  <a:pt x="34" y="8"/>
                </a:lnTo>
                <a:lnTo>
                  <a:pt x="27" y="29"/>
                </a:lnTo>
                <a:lnTo>
                  <a:pt x="0" y="2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2" name="Freeform 393">
            <a:extLst>
              <a:ext uri="{FF2B5EF4-FFF2-40B4-BE49-F238E27FC236}">
                <a16:creationId xmlns:a16="http://schemas.microsoft.com/office/drawing/2014/main" id="{6F1913BD-E9BF-442B-B1E8-180B05283E5F}"/>
              </a:ext>
            </a:extLst>
          </p:cNvPr>
          <p:cNvSpPr/>
          <p:nvPr/>
        </p:nvSpPr>
        <p:spPr bwMode="auto">
          <a:xfrm>
            <a:off x="4457542" y="2507415"/>
            <a:ext cx="107576" cy="94073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2" y="0"/>
              </a:cxn>
              <a:cxn ang="0">
                <a:pos x="30" y="3"/>
              </a:cxn>
              <a:cxn ang="0">
                <a:pos x="28" y="26"/>
              </a:cxn>
              <a:cxn ang="0">
                <a:pos x="0" y="22"/>
              </a:cxn>
            </a:cxnLst>
            <a:rect l="0" t="0" r="r" b="b"/>
            <a:pathLst>
              <a:path w="30" h="26">
                <a:moveTo>
                  <a:pt x="0" y="22"/>
                </a:moveTo>
                <a:lnTo>
                  <a:pt x="2" y="0"/>
                </a:lnTo>
                <a:lnTo>
                  <a:pt x="30" y="3"/>
                </a:lnTo>
                <a:lnTo>
                  <a:pt x="28" y="26"/>
                </a:lnTo>
                <a:lnTo>
                  <a:pt x="0" y="22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3" name="Freeform 399">
            <a:extLst>
              <a:ext uri="{FF2B5EF4-FFF2-40B4-BE49-F238E27FC236}">
                <a16:creationId xmlns:a16="http://schemas.microsoft.com/office/drawing/2014/main" id="{4C63C1F6-2B1B-4276-8385-8E83367B3D5A}"/>
              </a:ext>
            </a:extLst>
          </p:cNvPr>
          <p:cNvSpPr/>
          <p:nvPr/>
        </p:nvSpPr>
        <p:spPr bwMode="auto">
          <a:xfrm>
            <a:off x="3844356" y="2029812"/>
            <a:ext cx="64546" cy="75983"/>
          </a:xfrm>
          <a:custGeom>
            <a:avLst/>
            <a:gdLst/>
            <a:ahLst/>
            <a:cxnLst>
              <a:cxn ang="0">
                <a:pos x="18" y="20"/>
              </a:cxn>
              <a:cxn ang="0">
                <a:pos x="1" y="21"/>
              </a:cxn>
              <a:cxn ang="0">
                <a:pos x="0" y="1"/>
              </a:cxn>
              <a:cxn ang="0">
                <a:pos x="16" y="0"/>
              </a:cxn>
              <a:cxn ang="0">
                <a:pos x="18" y="20"/>
              </a:cxn>
            </a:cxnLst>
            <a:rect l="0" t="0" r="r" b="b"/>
            <a:pathLst>
              <a:path w="18" h="21">
                <a:moveTo>
                  <a:pt x="18" y="20"/>
                </a:moveTo>
                <a:lnTo>
                  <a:pt x="1" y="21"/>
                </a:lnTo>
                <a:lnTo>
                  <a:pt x="0" y="1"/>
                </a:lnTo>
                <a:lnTo>
                  <a:pt x="16" y="0"/>
                </a:lnTo>
                <a:lnTo>
                  <a:pt x="18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4" name="Freeform 400">
            <a:extLst>
              <a:ext uri="{FF2B5EF4-FFF2-40B4-BE49-F238E27FC236}">
                <a16:creationId xmlns:a16="http://schemas.microsoft.com/office/drawing/2014/main" id="{72C362C6-732A-4557-A3FE-813BC7B29099}"/>
              </a:ext>
            </a:extLst>
          </p:cNvPr>
          <p:cNvSpPr/>
          <p:nvPr/>
        </p:nvSpPr>
        <p:spPr bwMode="auto">
          <a:xfrm>
            <a:off x="3761881" y="2037049"/>
            <a:ext cx="75304" cy="86837"/>
          </a:xfrm>
          <a:custGeom>
            <a:avLst/>
            <a:gdLst/>
            <a:ahLst/>
            <a:cxnLst>
              <a:cxn ang="0">
                <a:pos x="21" y="20"/>
              </a:cxn>
              <a:cxn ang="0">
                <a:pos x="6" y="24"/>
              </a:cxn>
              <a:cxn ang="0">
                <a:pos x="0" y="5"/>
              </a:cxn>
              <a:cxn ang="0">
                <a:pos x="17" y="0"/>
              </a:cxn>
              <a:cxn ang="0">
                <a:pos x="21" y="20"/>
              </a:cxn>
            </a:cxnLst>
            <a:rect l="0" t="0" r="r" b="b"/>
            <a:pathLst>
              <a:path w="21" h="24">
                <a:moveTo>
                  <a:pt x="21" y="20"/>
                </a:moveTo>
                <a:lnTo>
                  <a:pt x="6" y="24"/>
                </a:lnTo>
                <a:lnTo>
                  <a:pt x="0" y="5"/>
                </a:lnTo>
                <a:lnTo>
                  <a:pt x="17" y="0"/>
                </a:lnTo>
                <a:lnTo>
                  <a:pt x="21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5" name="Freeform 401">
            <a:extLst>
              <a:ext uri="{FF2B5EF4-FFF2-40B4-BE49-F238E27FC236}">
                <a16:creationId xmlns:a16="http://schemas.microsoft.com/office/drawing/2014/main" id="{5BA8EA79-93E8-49CD-BE9A-428F98C3815B}"/>
              </a:ext>
            </a:extLst>
          </p:cNvPr>
          <p:cNvSpPr/>
          <p:nvPr/>
        </p:nvSpPr>
        <p:spPr bwMode="auto">
          <a:xfrm>
            <a:off x="3690163" y="2062375"/>
            <a:ext cx="78889" cy="94073"/>
          </a:xfrm>
          <a:custGeom>
            <a:avLst/>
            <a:gdLst/>
            <a:ahLst/>
            <a:cxnLst>
              <a:cxn ang="0">
                <a:pos x="22" y="19"/>
              </a:cxn>
              <a:cxn ang="0">
                <a:pos x="8" y="26"/>
              </a:cxn>
              <a:cxn ang="0">
                <a:pos x="0" y="7"/>
              </a:cxn>
              <a:cxn ang="0">
                <a:pos x="14" y="0"/>
              </a:cxn>
              <a:cxn ang="0">
                <a:pos x="22" y="19"/>
              </a:cxn>
            </a:cxnLst>
            <a:rect l="0" t="0" r="r" b="b"/>
            <a:pathLst>
              <a:path w="22" h="26">
                <a:moveTo>
                  <a:pt x="22" y="19"/>
                </a:moveTo>
                <a:lnTo>
                  <a:pt x="8" y="26"/>
                </a:lnTo>
                <a:lnTo>
                  <a:pt x="0" y="7"/>
                </a:lnTo>
                <a:lnTo>
                  <a:pt x="14" y="0"/>
                </a:lnTo>
                <a:lnTo>
                  <a:pt x="22" y="1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6" name="Freeform 402">
            <a:extLst>
              <a:ext uri="{FF2B5EF4-FFF2-40B4-BE49-F238E27FC236}">
                <a16:creationId xmlns:a16="http://schemas.microsoft.com/office/drawing/2014/main" id="{0CDD1C78-D122-4E78-B7AB-9FF1A42875CA}"/>
              </a:ext>
            </a:extLst>
          </p:cNvPr>
          <p:cNvSpPr/>
          <p:nvPr/>
        </p:nvSpPr>
        <p:spPr bwMode="auto">
          <a:xfrm>
            <a:off x="3622031" y="2098558"/>
            <a:ext cx="86061" cy="97691"/>
          </a:xfrm>
          <a:custGeom>
            <a:avLst/>
            <a:gdLst/>
            <a:ahLst/>
            <a:cxnLst>
              <a:cxn ang="0">
                <a:pos x="24" y="17"/>
              </a:cxn>
              <a:cxn ang="0">
                <a:pos x="11" y="27"/>
              </a:cxn>
              <a:cxn ang="0">
                <a:pos x="0" y="10"/>
              </a:cxn>
              <a:cxn ang="0">
                <a:pos x="13" y="0"/>
              </a:cxn>
              <a:cxn ang="0">
                <a:pos x="24" y="17"/>
              </a:cxn>
            </a:cxnLst>
            <a:rect l="0" t="0" r="r" b="b"/>
            <a:pathLst>
              <a:path w="24" h="27">
                <a:moveTo>
                  <a:pt x="24" y="17"/>
                </a:moveTo>
                <a:lnTo>
                  <a:pt x="11" y="27"/>
                </a:lnTo>
                <a:lnTo>
                  <a:pt x="0" y="10"/>
                </a:lnTo>
                <a:lnTo>
                  <a:pt x="13" y="0"/>
                </a:lnTo>
                <a:lnTo>
                  <a:pt x="24" y="1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7" name="Freeform 403">
            <a:extLst>
              <a:ext uri="{FF2B5EF4-FFF2-40B4-BE49-F238E27FC236}">
                <a16:creationId xmlns:a16="http://schemas.microsoft.com/office/drawing/2014/main" id="{30229B3F-CC37-4AB9-AAAA-40B4267212AC}"/>
              </a:ext>
            </a:extLst>
          </p:cNvPr>
          <p:cNvSpPr/>
          <p:nvPr/>
        </p:nvSpPr>
        <p:spPr bwMode="auto">
          <a:xfrm>
            <a:off x="3561072" y="2145594"/>
            <a:ext cx="93233" cy="101309"/>
          </a:xfrm>
          <a:custGeom>
            <a:avLst/>
            <a:gdLst/>
            <a:ahLst/>
            <a:cxnLst>
              <a:cxn ang="0">
                <a:pos x="26" y="16"/>
              </a:cxn>
              <a:cxn ang="0">
                <a:pos x="14" y="28"/>
              </a:cxn>
              <a:cxn ang="0">
                <a:pos x="0" y="13"/>
              </a:cxn>
              <a:cxn ang="0">
                <a:pos x="12" y="0"/>
              </a:cxn>
              <a:cxn ang="0">
                <a:pos x="26" y="16"/>
              </a:cxn>
            </a:cxnLst>
            <a:rect l="0" t="0" r="r" b="b"/>
            <a:pathLst>
              <a:path w="26" h="28">
                <a:moveTo>
                  <a:pt x="26" y="16"/>
                </a:moveTo>
                <a:lnTo>
                  <a:pt x="14" y="28"/>
                </a:lnTo>
                <a:lnTo>
                  <a:pt x="0" y="13"/>
                </a:lnTo>
                <a:lnTo>
                  <a:pt x="12" y="0"/>
                </a:lnTo>
                <a:lnTo>
                  <a:pt x="26" y="1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8" name="Freeform 404">
            <a:extLst>
              <a:ext uri="{FF2B5EF4-FFF2-40B4-BE49-F238E27FC236}">
                <a16:creationId xmlns:a16="http://schemas.microsoft.com/office/drawing/2014/main" id="{DB3D1D94-231D-4A8F-9092-33247F32474D}"/>
              </a:ext>
            </a:extLst>
          </p:cNvPr>
          <p:cNvSpPr/>
          <p:nvPr/>
        </p:nvSpPr>
        <p:spPr bwMode="auto">
          <a:xfrm>
            <a:off x="3510870" y="2207104"/>
            <a:ext cx="93233" cy="94073"/>
          </a:xfrm>
          <a:custGeom>
            <a:avLst/>
            <a:gdLst/>
            <a:ahLst/>
            <a:cxnLst>
              <a:cxn ang="0">
                <a:pos x="26" y="13"/>
              </a:cxn>
              <a:cxn ang="0">
                <a:pos x="17" y="26"/>
              </a:cxn>
              <a:cxn ang="0">
                <a:pos x="0" y="14"/>
              </a:cxn>
              <a:cxn ang="0">
                <a:pos x="10" y="0"/>
              </a:cxn>
              <a:cxn ang="0">
                <a:pos x="26" y="13"/>
              </a:cxn>
            </a:cxnLst>
            <a:rect l="0" t="0" r="r" b="b"/>
            <a:pathLst>
              <a:path w="26" h="26">
                <a:moveTo>
                  <a:pt x="26" y="13"/>
                </a:moveTo>
                <a:lnTo>
                  <a:pt x="17" y="26"/>
                </a:lnTo>
                <a:lnTo>
                  <a:pt x="0" y="14"/>
                </a:lnTo>
                <a:lnTo>
                  <a:pt x="10" y="0"/>
                </a:lnTo>
                <a:lnTo>
                  <a:pt x="26" y="13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9" name="Freeform 405">
            <a:extLst>
              <a:ext uri="{FF2B5EF4-FFF2-40B4-BE49-F238E27FC236}">
                <a16:creationId xmlns:a16="http://schemas.microsoft.com/office/drawing/2014/main" id="{F198255B-9FCB-4EF3-A768-683014545365}"/>
              </a:ext>
            </a:extLst>
          </p:cNvPr>
          <p:cNvSpPr/>
          <p:nvPr/>
        </p:nvSpPr>
        <p:spPr bwMode="auto">
          <a:xfrm>
            <a:off x="3475011" y="2279468"/>
            <a:ext cx="93233" cy="83219"/>
          </a:xfrm>
          <a:custGeom>
            <a:avLst/>
            <a:gdLst/>
            <a:ahLst/>
            <a:cxnLst>
              <a:cxn ang="0">
                <a:pos x="26" y="9"/>
              </a:cxn>
              <a:cxn ang="0">
                <a:pos x="18" y="23"/>
              </a:cxn>
              <a:cxn ang="0">
                <a:pos x="0" y="14"/>
              </a:cxn>
              <a:cxn ang="0">
                <a:pos x="7" y="0"/>
              </a:cxn>
              <a:cxn ang="0">
                <a:pos x="26" y="9"/>
              </a:cxn>
            </a:cxnLst>
            <a:rect l="0" t="0" r="r" b="b"/>
            <a:pathLst>
              <a:path w="26" h="23">
                <a:moveTo>
                  <a:pt x="26" y="9"/>
                </a:moveTo>
                <a:lnTo>
                  <a:pt x="18" y="23"/>
                </a:lnTo>
                <a:lnTo>
                  <a:pt x="0" y="14"/>
                </a:lnTo>
                <a:lnTo>
                  <a:pt x="7" y="0"/>
                </a:lnTo>
                <a:lnTo>
                  <a:pt x="26" y="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60" name="Freeform 406">
            <a:extLst>
              <a:ext uri="{FF2B5EF4-FFF2-40B4-BE49-F238E27FC236}">
                <a16:creationId xmlns:a16="http://schemas.microsoft.com/office/drawing/2014/main" id="{438777AA-AE70-4CFD-B546-7AB160E74C28}"/>
              </a:ext>
            </a:extLst>
          </p:cNvPr>
          <p:cNvSpPr/>
          <p:nvPr/>
        </p:nvSpPr>
        <p:spPr bwMode="auto">
          <a:xfrm>
            <a:off x="3449910" y="2355450"/>
            <a:ext cx="89647" cy="75983"/>
          </a:xfrm>
          <a:custGeom>
            <a:avLst/>
            <a:gdLst/>
            <a:ahLst/>
            <a:cxnLst>
              <a:cxn ang="0">
                <a:pos x="25" y="6"/>
              </a:cxn>
              <a:cxn ang="0">
                <a:pos x="21" y="21"/>
              </a:cxn>
              <a:cxn ang="0">
                <a:pos x="0" y="16"/>
              </a:cxn>
              <a:cxn ang="0">
                <a:pos x="5" y="0"/>
              </a:cxn>
              <a:cxn ang="0">
                <a:pos x="25" y="6"/>
              </a:cxn>
            </a:cxnLst>
            <a:rect l="0" t="0" r="r" b="b"/>
            <a:pathLst>
              <a:path w="25" h="21">
                <a:moveTo>
                  <a:pt x="25" y="6"/>
                </a:moveTo>
                <a:lnTo>
                  <a:pt x="21" y="21"/>
                </a:lnTo>
                <a:lnTo>
                  <a:pt x="0" y="16"/>
                </a:lnTo>
                <a:lnTo>
                  <a:pt x="5" y="0"/>
                </a:lnTo>
                <a:lnTo>
                  <a:pt x="25" y="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grpSp>
        <p:nvGrpSpPr>
          <p:cNvPr id="161" name="Group 254">
            <a:extLst>
              <a:ext uri="{FF2B5EF4-FFF2-40B4-BE49-F238E27FC236}">
                <a16:creationId xmlns:a16="http://schemas.microsoft.com/office/drawing/2014/main" id="{0D9F4328-0B66-40C9-BA8A-935AC23EEA82}"/>
              </a:ext>
            </a:extLst>
          </p:cNvPr>
          <p:cNvGrpSpPr/>
          <p:nvPr/>
        </p:nvGrpSpPr>
        <p:grpSpPr>
          <a:xfrm>
            <a:off x="5479517" y="1982775"/>
            <a:ext cx="1097281" cy="957213"/>
            <a:chOff x="3429000" y="2201383"/>
            <a:chExt cx="1097281" cy="956919"/>
          </a:xfrm>
        </p:grpSpPr>
        <p:sp>
          <p:nvSpPr>
            <p:cNvPr id="162" name="Freeform 279">
              <a:extLst>
                <a:ext uri="{FF2B5EF4-FFF2-40B4-BE49-F238E27FC236}">
                  <a16:creationId xmlns:a16="http://schemas.microsoft.com/office/drawing/2014/main" id="{4080A4CE-C4DF-49ED-9519-03879A9189E3}"/>
                </a:ext>
              </a:extLst>
            </p:cNvPr>
            <p:cNvSpPr/>
            <p:nvPr/>
          </p:nvSpPr>
          <p:spPr bwMode="auto">
            <a:xfrm>
              <a:off x="3429000" y="2502543"/>
              <a:ext cx="150607" cy="14830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0" y="36"/>
                </a:cxn>
                <a:cxn ang="0">
                  <a:pos x="7" y="36"/>
                </a:cxn>
                <a:cxn ang="0">
                  <a:pos x="0" y="29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29"/>
                </a:cxn>
              </a:cxnLst>
              <a:rect l="0" t="0" r="r" b="b"/>
              <a:pathLst>
                <a:path w="37" h="36">
                  <a:moveTo>
                    <a:pt x="37" y="29"/>
                  </a:moveTo>
                  <a:cubicBezTo>
                    <a:pt x="37" y="33"/>
                    <a:pt x="34" y="36"/>
                    <a:pt x="3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4" y="36"/>
                    <a:pt x="0" y="33"/>
                    <a:pt x="0" y="2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3" name="Freeform 280">
              <a:extLst>
                <a:ext uri="{FF2B5EF4-FFF2-40B4-BE49-F238E27FC236}">
                  <a16:creationId xmlns:a16="http://schemas.microsoft.com/office/drawing/2014/main" id="{E656376B-C4D3-4A43-B881-5953FA2A4EC2}"/>
                </a:ext>
              </a:extLst>
            </p:cNvPr>
            <p:cNvSpPr/>
            <p:nvPr/>
          </p:nvSpPr>
          <p:spPr bwMode="auto">
            <a:xfrm>
              <a:off x="3429000" y="2726803"/>
              <a:ext cx="150607" cy="14830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0" y="36"/>
                </a:cxn>
                <a:cxn ang="0">
                  <a:pos x="7" y="36"/>
                </a:cxn>
                <a:cxn ang="0">
                  <a:pos x="0" y="29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29"/>
                </a:cxn>
              </a:cxnLst>
              <a:rect l="0" t="0" r="r" b="b"/>
              <a:pathLst>
                <a:path w="37" h="36">
                  <a:moveTo>
                    <a:pt x="37" y="29"/>
                  </a:moveTo>
                  <a:cubicBezTo>
                    <a:pt x="37" y="33"/>
                    <a:pt x="34" y="36"/>
                    <a:pt x="3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4" y="36"/>
                    <a:pt x="0" y="33"/>
                    <a:pt x="0" y="2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4" name="Freeform 281">
              <a:extLst>
                <a:ext uri="{FF2B5EF4-FFF2-40B4-BE49-F238E27FC236}">
                  <a16:creationId xmlns:a16="http://schemas.microsoft.com/office/drawing/2014/main" id="{FB3BF330-CD08-4CD4-BF63-635A8F8F817B}"/>
                </a:ext>
              </a:extLst>
            </p:cNvPr>
            <p:cNvSpPr/>
            <p:nvPr/>
          </p:nvSpPr>
          <p:spPr bwMode="auto">
            <a:xfrm>
              <a:off x="3429000" y="2954679"/>
              <a:ext cx="150607" cy="151918"/>
            </a:xfrm>
            <a:custGeom>
              <a:avLst/>
              <a:gdLst/>
              <a:ahLst/>
              <a:cxnLst>
                <a:cxn ang="0">
                  <a:pos x="37" y="30"/>
                </a:cxn>
                <a:cxn ang="0">
                  <a:pos x="30" y="37"/>
                </a:cxn>
                <a:cxn ang="0">
                  <a:pos x="7" y="37"/>
                </a:cxn>
                <a:cxn ang="0">
                  <a:pos x="0" y="30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30"/>
                </a:cxn>
              </a:cxnLst>
              <a:rect l="0" t="0" r="r" b="b"/>
              <a:pathLst>
                <a:path w="37" h="37">
                  <a:moveTo>
                    <a:pt x="37" y="30"/>
                  </a:moveTo>
                  <a:cubicBezTo>
                    <a:pt x="37" y="34"/>
                    <a:pt x="34" y="37"/>
                    <a:pt x="30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4" y="37"/>
                    <a:pt x="0" y="34"/>
                    <a:pt x="0" y="3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3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165" name="Group 253">
              <a:extLst>
                <a:ext uri="{FF2B5EF4-FFF2-40B4-BE49-F238E27FC236}">
                  <a16:creationId xmlns:a16="http://schemas.microsoft.com/office/drawing/2014/main" id="{DEEAC149-1424-49F0-A9FD-6A06A52D4559}"/>
                </a:ext>
              </a:extLst>
            </p:cNvPr>
            <p:cNvGrpSpPr/>
            <p:nvPr/>
          </p:nvGrpSpPr>
          <p:grpSpPr>
            <a:xfrm>
              <a:off x="3429000" y="2201383"/>
              <a:ext cx="883024" cy="261530"/>
              <a:chOff x="3429000" y="2201383"/>
              <a:chExt cx="883024" cy="261530"/>
            </a:xfrm>
          </p:grpSpPr>
          <p:sp>
            <p:nvSpPr>
              <p:cNvPr id="169" name="Freeform 282">
                <a:extLst>
                  <a:ext uri="{FF2B5EF4-FFF2-40B4-BE49-F238E27FC236}">
                    <a16:creationId xmlns:a16="http://schemas.microsoft.com/office/drawing/2014/main" id="{4757D2F7-34DC-407A-B058-79D073D3DDBA}"/>
                  </a:ext>
                </a:extLst>
              </p:cNvPr>
              <p:cNvSpPr/>
              <p:nvPr/>
            </p:nvSpPr>
            <p:spPr bwMode="auto">
              <a:xfrm>
                <a:off x="3429000" y="2278284"/>
                <a:ext cx="150607" cy="148301"/>
              </a:xfrm>
              <a:custGeom>
                <a:avLst/>
                <a:gdLst/>
                <a:ahLst/>
                <a:cxnLst>
                  <a:cxn ang="0">
                    <a:pos x="37" y="29"/>
                  </a:cxn>
                  <a:cxn ang="0">
                    <a:pos x="30" y="36"/>
                  </a:cxn>
                  <a:cxn ang="0">
                    <a:pos x="7" y="36"/>
                  </a:cxn>
                  <a:cxn ang="0">
                    <a:pos x="0" y="29"/>
                  </a:cxn>
                  <a:cxn ang="0">
                    <a:pos x="0" y="7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7" y="7"/>
                  </a:cxn>
                  <a:cxn ang="0">
                    <a:pos x="37" y="29"/>
                  </a:cxn>
                </a:cxnLst>
                <a:rect l="0" t="0" r="r" b="b"/>
                <a:pathLst>
                  <a:path w="37" h="36">
                    <a:moveTo>
                      <a:pt x="37" y="29"/>
                    </a:moveTo>
                    <a:cubicBezTo>
                      <a:pt x="37" y="33"/>
                      <a:pt x="34" y="36"/>
                      <a:pt x="3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7" y="3"/>
                      <a:pt x="37" y="7"/>
                    </a:cubicBezTo>
                    <a:lnTo>
                      <a:pt x="37" y="29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70" name="TextBox 265">
                <a:extLst>
                  <a:ext uri="{FF2B5EF4-FFF2-40B4-BE49-F238E27FC236}">
                    <a16:creationId xmlns:a16="http://schemas.microsoft.com/office/drawing/2014/main" id="{6DE1F355-B986-4824-9D63-D894259420DE}"/>
                  </a:ext>
                </a:extLst>
              </p:cNvPr>
              <p:cNvSpPr txBox="1"/>
              <p:nvPr/>
            </p:nvSpPr>
            <p:spPr>
              <a:xfrm>
                <a:off x="3581399" y="2201383"/>
                <a:ext cx="730625" cy="26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SSM</a:t>
                </a:r>
              </a:p>
            </p:txBody>
          </p:sp>
        </p:grpSp>
        <p:sp>
          <p:nvSpPr>
            <p:cNvPr id="166" name="TextBox 266">
              <a:extLst>
                <a:ext uri="{FF2B5EF4-FFF2-40B4-BE49-F238E27FC236}">
                  <a16:creationId xmlns:a16="http://schemas.microsoft.com/office/drawing/2014/main" id="{A8D9B12C-1D2E-4697-B778-450FA2224BF1}"/>
                </a:ext>
              </a:extLst>
            </p:cNvPr>
            <p:cNvSpPr txBox="1"/>
            <p:nvPr/>
          </p:nvSpPr>
          <p:spPr>
            <a:xfrm>
              <a:off x="3577862" y="2429983"/>
              <a:ext cx="948419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ySQL</a:t>
              </a:r>
              <a:endPara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TextBox 267">
              <a:extLst>
                <a:ext uri="{FF2B5EF4-FFF2-40B4-BE49-F238E27FC236}">
                  <a16:creationId xmlns:a16="http://schemas.microsoft.com/office/drawing/2014/main" id="{269622A2-F65E-4CBF-B8CA-99120962BF21}"/>
                </a:ext>
              </a:extLst>
            </p:cNvPr>
            <p:cNvSpPr txBox="1"/>
            <p:nvPr/>
          </p:nvSpPr>
          <p:spPr>
            <a:xfrm>
              <a:off x="3581399" y="2658583"/>
              <a:ext cx="764001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</a:t>
              </a:r>
            </a:p>
          </p:txBody>
        </p:sp>
        <p:sp>
          <p:nvSpPr>
            <p:cNvPr id="168" name="TextBox 268">
              <a:extLst>
                <a:ext uri="{FF2B5EF4-FFF2-40B4-BE49-F238E27FC236}">
                  <a16:creationId xmlns:a16="http://schemas.microsoft.com/office/drawing/2014/main" id="{4900F718-EC6D-4FE6-BD4C-5AA138227BAE}"/>
                </a:ext>
              </a:extLst>
            </p:cNvPr>
            <p:cNvSpPr txBox="1"/>
            <p:nvPr/>
          </p:nvSpPr>
          <p:spPr>
            <a:xfrm>
              <a:off x="3575816" y="2896772"/>
              <a:ext cx="684031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</a:p>
          </p:txBody>
        </p:sp>
      </p:grpSp>
      <p:sp>
        <p:nvSpPr>
          <p:cNvPr id="184" name="Freeform 281">
            <a:extLst>
              <a:ext uri="{FF2B5EF4-FFF2-40B4-BE49-F238E27FC236}">
                <a16:creationId xmlns:a16="http://schemas.microsoft.com/office/drawing/2014/main" id="{AC989904-9345-4D43-8BEF-96F0FC22D7B3}"/>
              </a:ext>
            </a:extLst>
          </p:cNvPr>
          <p:cNvSpPr/>
          <p:nvPr/>
        </p:nvSpPr>
        <p:spPr bwMode="auto">
          <a:xfrm>
            <a:off x="5483104" y="2984394"/>
            <a:ext cx="150607" cy="151965"/>
          </a:xfrm>
          <a:custGeom>
            <a:avLst/>
            <a:gdLst/>
            <a:ahLst/>
            <a:cxnLst>
              <a:cxn ang="0">
                <a:pos x="37" y="30"/>
              </a:cxn>
              <a:cxn ang="0">
                <a:pos x="30" y="37"/>
              </a:cxn>
              <a:cxn ang="0">
                <a:pos x="7" y="37"/>
              </a:cxn>
              <a:cxn ang="0">
                <a:pos x="0" y="30"/>
              </a:cxn>
              <a:cxn ang="0">
                <a:pos x="0" y="7"/>
              </a:cxn>
              <a:cxn ang="0">
                <a:pos x="7" y="0"/>
              </a:cxn>
              <a:cxn ang="0">
                <a:pos x="30" y="0"/>
              </a:cxn>
              <a:cxn ang="0">
                <a:pos x="37" y="7"/>
              </a:cxn>
              <a:cxn ang="0">
                <a:pos x="37" y="30"/>
              </a:cxn>
            </a:cxnLst>
            <a:rect l="0" t="0" r="r" b="b"/>
            <a:pathLst>
              <a:path w="37" h="37">
                <a:moveTo>
                  <a:pt x="37" y="30"/>
                </a:moveTo>
                <a:cubicBezTo>
                  <a:pt x="37" y="34"/>
                  <a:pt x="34" y="37"/>
                  <a:pt x="30" y="37"/>
                </a:cubicBezTo>
                <a:cubicBezTo>
                  <a:pt x="7" y="37"/>
                  <a:pt x="7" y="37"/>
                  <a:pt x="7" y="37"/>
                </a:cubicBezTo>
                <a:cubicBezTo>
                  <a:pt x="4" y="37"/>
                  <a:pt x="0" y="34"/>
                  <a:pt x="0" y="30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4" y="0"/>
                  <a:pt x="37" y="3"/>
                  <a:pt x="37" y="7"/>
                </a:cubicBezTo>
                <a:lnTo>
                  <a:pt x="37" y="3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88" name="TextBox 268">
            <a:extLst>
              <a:ext uri="{FF2B5EF4-FFF2-40B4-BE49-F238E27FC236}">
                <a16:creationId xmlns:a16="http://schemas.microsoft.com/office/drawing/2014/main" id="{A009CB28-1560-49C6-B855-40BBB4E4A8BD}"/>
              </a:ext>
            </a:extLst>
          </p:cNvPr>
          <p:cNvSpPr txBox="1"/>
          <p:nvPr/>
        </p:nvSpPr>
        <p:spPr>
          <a:xfrm>
            <a:off x="5622103" y="2935383"/>
            <a:ext cx="68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96685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916839" y="2191205"/>
            <a:ext cx="106182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阶段展示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40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02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940D68-59EE-491C-8B31-280632D90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646205"/>
            <a:ext cx="9144000" cy="25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首页模块界面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4A5F1607-8FB5-439F-B4E6-2A4BC1737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5" y="568876"/>
            <a:ext cx="2093166" cy="347983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2FFC07D-FC37-4C15-9CCF-6C8509DA3F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957" y="568877"/>
            <a:ext cx="2022928" cy="3479831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1ADCD4C-9F71-4341-8E95-29D4E278A2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68878"/>
            <a:ext cx="2022928" cy="34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2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发现模块界面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9C443E-1608-467D-967C-959094F8A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141" y="600647"/>
            <a:ext cx="2124236" cy="35203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C89D7A-FFCF-4C78-BD46-58BA839047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600646"/>
            <a:ext cx="2124236" cy="35248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B3BAE2-789F-4BDF-8D2E-57C3967B93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60" y="600646"/>
            <a:ext cx="2124236" cy="35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6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发表模块界面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88C7F6-A9FC-49ED-AD01-BDA3BF94BE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9" y="656983"/>
            <a:ext cx="2106611" cy="37450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1D0C0C-28DA-47BA-AE15-DEC112864C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49628"/>
            <a:ext cx="2106610" cy="37450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29E8CE8-62C9-4752-A811-CA9C156E73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649627"/>
            <a:ext cx="2268252" cy="37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8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消息模块界面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28F673-3D53-4F50-81FB-C37E2C1365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768278"/>
            <a:ext cx="1940456" cy="3392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0CED9A-BFD0-4BE2-83E8-0A893AF4FB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768278"/>
            <a:ext cx="2016222" cy="33923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098375-73C0-46F8-A34E-9733F5EC3B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467" y="768278"/>
            <a:ext cx="1895649" cy="33700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785420-7E1E-493B-BB47-19D79D476A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02" y="768277"/>
            <a:ext cx="1895649" cy="337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5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个人模块界面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36EF06-020B-438B-9652-8F1F389026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07" y="742175"/>
            <a:ext cx="1980220" cy="34117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51AB5E2-443B-47FA-B250-96CD725BBC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742174"/>
            <a:ext cx="2083903" cy="34117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E938F5-F796-4399-B41B-1D905009F1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75" y="740523"/>
            <a:ext cx="2083903" cy="341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5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个人模块界面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9A9590-50D0-4570-805B-817BFC094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661" y="626818"/>
            <a:ext cx="1980220" cy="35203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5B20C6-3278-4578-A511-577D39315C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72" y="629407"/>
            <a:ext cx="1980220" cy="35203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6ABCAA-F425-4F4D-8CEC-4B7FFB4D74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12" y="626818"/>
            <a:ext cx="1997429" cy="35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1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图片服务器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0E862B-ED3E-49D7-8FF6-29853FB79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8" y="772344"/>
            <a:ext cx="871765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D8504D-E700-4AB8-8A5C-149ADAA74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8445"/>
            <a:ext cx="9144000" cy="36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4064778" y="2083193"/>
            <a:ext cx="830997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未完成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40" y="1168388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03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FF087F-DC82-4974-AEDA-50B81AB42D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5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12">
            <a:extLst>
              <a:ext uri="{FF2B5EF4-FFF2-40B4-BE49-F238E27FC236}">
                <a16:creationId xmlns:a16="http://schemas.microsoft.com/office/drawing/2014/main" id="{8AD30A8C-4350-4FB1-893B-84272EB768AB}"/>
              </a:ext>
            </a:extLst>
          </p:cNvPr>
          <p:cNvGrpSpPr>
            <a:grpSpLocks/>
          </p:cNvGrpSpPr>
          <p:nvPr/>
        </p:nvGrpSpPr>
        <p:grpSpPr bwMode="auto">
          <a:xfrm>
            <a:off x="6686800" y="1082363"/>
            <a:ext cx="2456376" cy="1110006"/>
            <a:chOff x="0" y="0"/>
            <a:chExt cx="2456223" cy="1110978"/>
          </a:xfrm>
        </p:grpSpPr>
        <p:grpSp>
          <p:nvGrpSpPr>
            <p:cNvPr id="32" name="组合 13">
              <a:extLst>
                <a:ext uri="{FF2B5EF4-FFF2-40B4-BE49-F238E27FC236}">
                  <a16:creationId xmlns:a16="http://schemas.microsoft.com/office/drawing/2014/main" id="{D22C8620-2B9C-4F03-9827-8F1ED3432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56223" cy="1110978"/>
              <a:chOff x="0" y="0"/>
              <a:chExt cx="2456223" cy="1110978"/>
            </a:xfrm>
          </p:grpSpPr>
          <p:sp>
            <p:nvSpPr>
              <p:cNvPr id="36" name="矩形 38">
                <a:extLst>
                  <a:ext uri="{FF2B5EF4-FFF2-40B4-BE49-F238E27FC236}">
                    <a16:creationId xmlns:a16="http://schemas.microsoft.com/office/drawing/2014/main" id="{DB0F7F81-41EC-4573-B387-9AA95C2C0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247" y="0"/>
                <a:ext cx="718976" cy="1110978"/>
              </a:xfrm>
              <a:custGeom>
                <a:avLst/>
                <a:gdLst>
                  <a:gd name="T0" fmla="*/ 0 w 718976"/>
                  <a:gd name="T1" fmla="*/ 685800 h 1110978"/>
                  <a:gd name="T2" fmla="*/ 718976 w 718976"/>
                  <a:gd name="T3" fmla="*/ 0 h 1110978"/>
                  <a:gd name="T4" fmla="*/ 718976 w 718976"/>
                  <a:gd name="T5" fmla="*/ 745218 h 1110978"/>
                  <a:gd name="T6" fmla="*/ 0 w 718976"/>
                  <a:gd name="T7" fmla="*/ 1110978 h 1110978"/>
                  <a:gd name="T8" fmla="*/ 0 w 718976"/>
                  <a:gd name="T9" fmla="*/ 685800 h 11109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8976" h="1110978">
                    <a:moveTo>
                      <a:pt x="0" y="685800"/>
                    </a:moveTo>
                    <a:lnTo>
                      <a:pt x="718976" y="0"/>
                    </a:lnTo>
                    <a:lnTo>
                      <a:pt x="718976" y="745218"/>
                    </a:lnTo>
                    <a:lnTo>
                      <a:pt x="0" y="1110978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7" name="矩形 38">
                <a:extLst>
                  <a:ext uri="{FF2B5EF4-FFF2-40B4-BE49-F238E27FC236}">
                    <a16:creationId xmlns:a16="http://schemas.microsoft.com/office/drawing/2014/main" id="{7946218C-0509-4ABC-9BEE-690230CD4EB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29735" y="689228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8" name="等腰三角形 29">
                <a:extLst>
                  <a:ext uri="{FF2B5EF4-FFF2-40B4-BE49-F238E27FC236}">
                    <a16:creationId xmlns:a16="http://schemas.microsoft.com/office/drawing/2014/main" id="{55FCF0F5-C3E3-4024-A5AF-3B5F66BE1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28034"/>
                <a:ext cx="632018" cy="777419"/>
              </a:xfrm>
              <a:custGeom>
                <a:avLst/>
                <a:gdLst>
                  <a:gd name="T0" fmla="*/ 0 w 632018"/>
                  <a:gd name="T1" fmla="*/ 777228 h 777419"/>
                  <a:gd name="T2" fmla="*/ 629192 w 632018"/>
                  <a:gd name="T3" fmla="*/ 0 h 777419"/>
                  <a:gd name="T4" fmla="*/ 632018 w 632018"/>
                  <a:gd name="T5" fmla="*/ 777419 h 777419"/>
                  <a:gd name="T6" fmla="*/ 0 w 632018"/>
                  <a:gd name="T7" fmla="*/ 777228 h 7774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2018" h="777419">
                    <a:moveTo>
                      <a:pt x="0" y="777228"/>
                    </a:moveTo>
                    <a:lnTo>
                      <a:pt x="629192" y="0"/>
                    </a:lnTo>
                    <a:cubicBezTo>
                      <a:pt x="631658" y="257552"/>
                      <a:pt x="629552" y="519867"/>
                      <a:pt x="632018" y="777419"/>
                    </a:cubicBezTo>
                    <a:lnTo>
                      <a:pt x="0" y="77722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88C05CE2-6B60-43A3-AAE0-44FA3A8F6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73" y="689228"/>
              <a:ext cx="39626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01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35" name="标题层">
              <a:extLst>
                <a:ext uri="{FF2B5EF4-FFF2-40B4-BE49-F238E27FC236}">
                  <a16:creationId xmlns:a16="http://schemas.microsoft.com/office/drawing/2014/main" id="{C86CC3EB-5BAF-404A-90F9-CE8F7B737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18" y="729157"/>
              <a:ext cx="1050505" cy="277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数据对接</a:t>
              </a:r>
            </a:p>
          </p:txBody>
        </p:sp>
      </p:grpSp>
      <p:grpSp>
        <p:nvGrpSpPr>
          <p:cNvPr id="39" name="组合 21">
            <a:extLst>
              <a:ext uri="{FF2B5EF4-FFF2-40B4-BE49-F238E27FC236}">
                <a16:creationId xmlns:a16="http://schemas.microsoft.com/office/drawing/2014/main" id="{187DDE8F-0DCB-4416-AFE7-CF158FA21398}"/>
              </a:ext>
            </a:extLst>
          </p:cNvPr>
          <p:cNvGrpSpPr>
            <a:grpSpLocks/>
          </p:cNvGrpSpPr>
          <p:nvPr/>
        </p:nvGrpSpPr>
        <p:grpSpPr bwMode="auto">
          <a:xfrm>
            <a:off x="6286750" y="1933526"/>
            <a:ext cx="2856080" cy="747944"/>
            <a:chOff x="0" y="0"/>
            <a:chExt cx="2855504" cy="746647"/>
          </a:xfrm>
        </p:grpSpPr>
        <p:grpSp>
          <p:nvGrpSpPr>
            <p:cNvPr id="40" name="组合 22">
              <a:extLst>
                <a:ext uri="{FF2B5EF4-FFF2-40B4-BE49-F238E27FC236}">
                  <a16:creationId xmlns:a16="http://schemas.microsoft.com/office/drawing/2014/main" id="{CC0E85BD-0622-4FB3-9E96-D883FA582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855504" cy="746647"/>
              <a:chOff x="0" y="0"/>
              <a:chExt cx="2855504" cy="746647"/>
            </a:xfrm>
          </p:grpSpPr>
          <p:sp>
            <p:nvSpPr>
              <p:cNvPr id="43" name="矩形 38">
                <a:extLst>
                  <a:ext uri="{FF2B5EF4-FFF2-40B4-BE49-F238E27FC236}">
                    <a16:creationId xmlns:a16="http://schemas.microsoft.com/office/drawing/2014/main" id="{AAE61DBD-7837-45A8-98AE-710A0E6B1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147" y="0"/>
                <a:ext cx="721357" cy="746647"/>
              </a:xfrm>
              <a:custGeom>
                <a:avLst/>
                <a:gdLst>
                  <a:gd name="T0" fmla="*/ 2381 w 721357"/>
                  <a:gd name="T1" fmla="*/ 326231 h 746647"/>
                  <a:gd name="T2" fmla="*/ 721357 w 721357"/>
                  <a:gd name="T3" fmla="*/ 0 h 746647"/>
                  <a:gd name="T4" fmla="*/ 721357 w 721357"/>
                  <a:gd name="T5" fmla="*/ 745218 h 746647"/>
                  <a:gd name="T6" fmla="*/ 0 w 721357"/>
                  <a:gd name="T7" fmla="*/ 746647 h 746647"/>
                  <a:gd name="T8" fmla="*/ 2381 w 721357"/>
                  <a:gd name="T9" fmla="*/ 326231 h 7466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1357" h="746647">
                    <a:moveTo>
                      <a:pt x="2381" y="326231"/>
                    </a:moveTo>
                    <a:lnTo>
                      <a:pt x="721357" y="0"/>
                    </a:lnTo>
                    <a:lnTo>
                      <a:pt x="721357" y="745218"/>
                    </a:lnTo>
                    <a:lnTo>
                      <a:pt x="0" y="746647"/>
                    </a:lnTo>
                    <a:cubicBezTo>
                      <a:pt x="794" y="606508"/>
                      <a:pt x="1587" y="466370"/>
                      <a:pt x="2381" y="3262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44" name="矩形 38">
                <a:extLst>
                  <a:ext uri="{FF2B5EF4-FFF2-40B4-BE49-F238E27FC236}">
                    <a16:creationId xmlns:a16="http://schemas.microsoft.com/office/drawing/2014/main" id="{C74A1445-71C1-453E-8E36-5A4315415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31300" y="328232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7786"/>
                  <a:gd name="T16" fmla="*/ 0 h 418415"/>
                  <a:gd name="T17" fmla="*/ 1107786 w 1107786"/>
                  <a:gd name="T18" fmla="*/ 418415 h 418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矩形 38">
                <a:extLst>
                  <a:ext uri="{FF2B5EF4-FFF2-40B4-BE49-F238E27FC236}">
                    <a16:creationId xmlns:a16="http://schemas.microsoft.com/office/drawing/2014/main" id="{3DF1015B-5218-4E1F-9F0C-366B4A9B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0" y="325851"/>
                <a:ext cx="1031299" cy="420796"/>
              </a:xfrm>
              <a:custGeom>
                <a:avLst/>
                <a:gdLst>
                  <a:gd name="T0" fmla="*/ 190 w 1029016"/>
                  <a:gd name="T1" fmla="*/ 2381 h 420796"/>
                  <a:gd name="T2" fmla="*/ 690014 w 1029016"/>
                  <a:gd name="T3" fmla="*/ 0 h 420796"/>
                  <a:gd name="T4" fmla="*/ 1038178 w 1029016"/>
                  <a:gd name="T5" fmla="*/ 420796 h 420796"/>
                  <a:gd name="T6" fmla="*/ 0 w 1029016"/>
                  <a:gd name="T7" fmla="*/ 420796 h 420796"/>
                  <a:gd name="T8" fmla="*/ 190 w 1029016"/>
                  <a:gd name="T9" fmla="*/ 2381 h 4207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9016"/>
                  <a:gd name="T16" fmla="*/ 0 h 420796"/>
                  <a:gd name="T17" fmla="*/ 1029016 w 1029016"/>
                  <a:gd name="T18" fmla="*/ 420796 h 4207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9016" h="420796">
                    <a:moveTo>
                      <a:pt x="190" y="2381"/>
                    </a:moveTo>
                    <a:lnTo>
                      <a:pt x="683925" y="0"/>
                    </a:lnTo>
                    <a:lnTo>
                      <a:pt x="1029016" y="420796"/>
                    </a:lnTo>
                    <a:lnTo>
                      <a:pt x="0" y="420796"/>
                    </a:lnTo>
                    <a:cubicBezTo>
                      <a:pt x="63" y="281324"/>
                      <a:pt x="127" y="141853"/>
                      <a:pt x="190" y="238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8E591E45-F1A1-46EA-97A4-3BC25BD91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55" y="351583"/>
              <a:ext cx="423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02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42" name="标题层">
              <a:extLst>
                <a:ext uri="{FF2B5EF4-FFF2-40B4-BE49-F238E27FC236}">
                  <a16:creationId xmlns:a16="http://schemas.microsoft.com/office/drawing/2014/main" id="{1DBDDB5E-0E69-4BDA-B5B5-B80D74134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300" y="372610"/>
              <a:ext cx="1050505" cy="276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商城</a:t>
              </a:r>
            </a:p>
          </p:txBody>
        </p:sp>
      </p:grpSp>
      <p:grpSp>
        <p:nvGrpSpPr>
          <p:cNvPr id="46" name="组合 31">
            <a:extLst>
              <a:ext uri="{FF2B5EF4-FFF2-40B4-BE49-F238E27FC236}">
                <a16:creationId xmlns:a16="http://schemas.microsoft.com/office/drawing/2014/main" id="{0712480E-6949-408A-A35B-43DB40600A7E}"/>
              </a:ext>
            </a:extLst>
          </p:cNvPr>
          <p:cNvGrpSpPr>
            <a:grpSpLocks/>
          </p:cNvGrpSpPr>
          <p:nvPr/>
        </p:nvGrpSpPr>
        <p:grpSpPr bwMode="auto">
          <a:xfrm>
            <a:off x="6286750" y="2740225"/>
            <a:ext cx="2856080" cy="746355"/>
            <a:chOff x="0" y="0"/>
            <a:chExt cx="2855504" cy="746647"/>
          </a:xfrm>
        </p:grpSpPr>
        <p:grpSp>
          <p:nvGrpSpPr>
            <p:cNvPr id="47" name="组合 32">
              <a:extLst>
                <a:ext uri="{FF2B5EF4-FFF2-40B4-BE49-F238E27FC236}">
                  <a16:creationId xmlns:a16="http://schemas.microsoft.com/office/drawing/2014/main" id="{E81A5515-655A-4705-919B-FEA4CB86947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0" y="0"/>
              <a:ext cx="2855504" cy="746647"/>
              <a:chOff x="0" y="0"/>
              <a:chExt cx="2855504" cy="746647"/>
            </a:xfrm>
          </p:grpSpPr>
          <p:sp>
            <p:nvSpPr>
              <p:cNvPr id="50" name="矩形 38">
                <a:extLst>
                  <a:ext uri="{FF2B5EF4-FFF2-40B4-BE49-F238E27FC236}">
                    <a16:creationId xmlns:a16="http://schemas.microsoft.com/office/drawing/2014/main" id="{558274A8-18B3-4FD6-8862-8E77BB38D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147" y="0"/>
                <a:ext cx="721357" cy="746647"/>
              </a:xfrm>
              <a:custGeom>
                <a:avLst/>
                <a:gdLst>
                  <a:gd name="T0" fmla="*/ 2381 w 721357"/>
                  <a:gd name="T1" fmla="*/ 326231 h 746647"/>
                  <a:gd name="T2" fmla="*/ 721357 w 721357"/>
                  <a:gd name="T3" fmla="*/ 0 h 746647"/>
                  <a:gd name="T4" fmla="*/ 721357 w 721357"/>
                  <a:gd name="T5" fmla="*/ 745218 h 746647"/>
                  <a:gd name="T6" fmla="*/ 0 w 721357"/>
                  <a:gd name="T7" fmla="*/ 746647 h 746647"/>
                  <a:gd name="T8" fmla="*/ 2381 w 721357"/>
                  <a:gd name="T9" fmla="*/ 326231 h 7466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1357" h="746647">
                    <a:moveTo>
                      <a:pt x="2381" y="326231"/>
                    </a:moveTo>
                    <a:lnTo>
                      <a:pt x="721357" y="0"/>
                    </a:lnTo>
                    <a:lnTo>
                      <a:pt x="721357" y="745218"/>
                    </a:lnTo>
                    <a:lnTo>
                      <a:pt x="0" y="746647"/>
                    </a:lnTo>
                    <a:cubicBezTo>
                      <a:pt x="794" y="606508"/>
                      <a:pt x="1587" y="466370"/>
                      <a:pt x="2381" y="3262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1" name="矩形 38">
                <a:extLst>
                  <a:ext uri="{FF2B5EF4-FFF2-40B4-BE49-F238E27FC236}">
                    <a16:creationId xmlns:a16="http://schemas.microsoft.com/office/drawing/2014/main" id="{6A015723-DDF1-424B-8883-163211881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31300" y="328232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7786"/>
                  <a:gd name="T16" fmla="*/ 0 h 418415"/>
                  <a:gd name="T17" fmla="*/ 1107786 w 1107786"/>
                  <a:gd name="T18" fmla="*/ 418415 h 418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矩形 38">
                <a:extLst>
                  <a:ext uri="{FF2B5EF4-FFF2-40B4-BE49-F238E27FC236}">
                    <a16:creationId xmlns:a16="http://schemas.microsoft.com/office/drawing/2014/main" id="{D0B0BEE5-A883-4261-917A-3A426FF6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0" y="325851"/>
                <a:ext cx="1031299" cy="420796"/>
              </a:xfrm>
              <a:custGeom>
                <a:avLst/>
                <a:gdLst>
                  <a:gd name="T0" fmla="*/ 190 w 1029016"/>
                  <a:gd name="T1" fmla="*/ 2381 h 420796"/>
                  <a:gd name="T2" fmla="*/ 690014 w 1029016"/>
                  <a:gd name="T3" fmla="*/ 0 h 420796"/>
                  <a:gd name="T4" fmla="*/ 1038178 w 1029016"/>
                  <a:gd name="T5" fmla="*/ 420796 h 420796"/>
                  <a:gd name="T6" fmla="*/ 0 w 1029016"/>
                  <a:gd name="T7" fmla="*/ 420796 h 420796"/>
                  <a:gd name="T8" fmla="*/ 190 w 1029016"/>
                  <a:gd name="T9" fmla="*/ 2381 h 4207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9016"/>
                  <a:gd name="T16" fmla="*/ 0 h 420796"/>
                  <a:gd name="T17" fmla="*/ 1029016 w 1029016"/>
                  <a:gd name="T18" fmla="*/ 420796 h 4207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9016" h="420796">
                    <a:moveTo>
                      <a:pt x="190" y="2381"/>
                    </a:moveTo>
                    <a:lnTo>
                      <a:pt x="683925" y="0"/>
                    </a:lnTo>
                    <a:lnTo>
                      <a:pt x="1029016" y="420796"/>
                    </a:lnTo>
                    <a:lnTo>
                      <a:pt x="0" y="420796"/>
                    </a:lnTo>
                    <a:cubicBezTo>
                      <a:pt x="63" y="281324"/>
                      <a:pt x="127" y="141853"/>
                      <a:pt x="190" y="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8" name="TextBox 33">
              <a:extLst>
                <a:ext uri="{FF2B5EF4-FFF2-40B4-BE49-F238E27FC236}">
                  <a16:creationId xmlns:a16="http://schemas.microsoft.com/office/drawing/2014/main" id="{3AE63065-B4B5-4389-BE3D-F6CD4103F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55" y="25732"/>
              <a:ext cx="4299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03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49" name="标题层">
              <a:extLst>
                <a:ext uri="{FF2B5EF4-FFF2-40B4-BE49-F238E27FC236}">
                  <a16:creationId xmlns:a16="http://schemas.microsoft.com/office/drawing/2014/main" id="{7B140EE2-2BE8-427A-886D-A0090A869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300" y="41120"/>
              <a:ext cx="1050505" cy="27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医院</a:t>
              </a:r>
            </a:p>
          </p:txBody>
        </p:sp>
      </p:grpSp>
      <p:grpSp>
        <p:nvGrpSpPr>
          <p:cNvPr id="53" name="组合 40">
            <a:extLst>
              <a:ext uri="{FF2B5EF4-FFF2-40B4-BE49-F238E27FC236}">
                <a16:creationId xmlns:a16="http://schemas.microsoft.com/office/drawing/2014/main" id="{7632C751-CF31-4270-AD58-02A574167624}"/>
              </a:ext>
            </a:extLst>
          </p:cNvPr>
          <p:cNvGrpSpPr>
            <a:grpSpLocks/>
          </p:cNvGrpSpPr>
          <p:nvPr/>
        </p:nvGrpSpPr>
        <p:grpSpPr bwMode="auto">
          <a:xfrm>
            <a:off x="6686800" y="3213446"/>
            <a:ext cx="2456377" cy="1111593"/>
            <a:chOff x="0" y="0"/>
            <a:chExt cx="2456223" cy="1110978"/>
          </a:xfrm>
        </p:grpSpPr>
        <p:grpSp>
          <p:nvGrpSpPr>
            <p:cNvPr id="55" name="组合 41">
              <a:extLst>
                <a:ext uri="{FF2B5EF4-FFF2-40B4-BE49-F238E27FC236}">
                  <a16:creationId xmlns:a16="http://schemas.microsoft.com/office/drawing/2014/main" id="{0608687B-3DB7-456D-A4F9-549C781AF61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0" y="0"/>
              <a:ext cx="2456223" cy="1110978"/>
              <a:chOff x="0" y="0"/>
              <a:chExt cx="2456223" cy="1110978"/>
            </a:xfrm>
          </p:grpSpPr>
          <p:sp>
            <p:nvSpPr>
              <p:cNvPr id="58" name="矩形 38">
                <a:extLst>
                  <a:ext uri="{FF2B5EF4-FFF2-40B4-BE49-F238E27FC236}">
                    <a16:creationId xmlns:a16="http://schemas.microsoft.com/office/drawing/2014/main" id="{1710681D-8FB4-4831-9B2F-B23303D56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247" y="0"/>
                <a:ext cx="718976" cy="1110978"/>
              </a:xfrm>
              <a:custGeom>
                <a:avLst/>
                <a:gdLst>
                  <a:gd name="T0" fmla="*/ 0 w 718976"/>
                  <a:gd name="T1" fmla="*/ 685800 h 1110978"/>
                  <a:gd name="T2" fmla="*/ 718976 w 718976"/>
                  <a:gd name="T3" fmla="*/ 0 h 1110978"/>
                  <a:gd name="T4" fmla="*/ 718976 w 718976"/>
                  <a:gd name="T5" fmla="*/ 745218 h 1110978"/>
                  <a:gd name="T6" fmla="*/ 0 w 718976"/>
                  <a:gd name="T7" fmla="*/ 1110978 h 1110978"/>
                  <a:gd name="T8" fmla="*/ 0 w 718976"/>
                  <a:gd name="T9" fmla="*/ 685800 h 11109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8976" h="1110978">
                    <a:moveTo>
                      <a:pt x="0" y="685800"/>
                    </a:moveTo>
                    <a:lnTo>
                      <a:pt x="718976" y="0"/>
                    </a:lnTo>
                    <a:lnTo>
                      <a:pt x="718976" y="745218"/>
                    </a:lnTo>
                    <a:lnTo>
                      <a:pt x="0" y="1110978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9" name="矩形 38">
                <a:extLst>
                  <a:ext uri="{FF2B5EF4-FFF2-40B4-BE49-F238E27FC236}">
                    <a16:creationId xmlns:a16="http://schemas.microsoft.com/office/drawing/2014/main" id="{D27E0F4D-9F66-46A6-AC20-5ED89565E2A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29735" y="689228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0" name="等腰三角形 29">
                <a:extLst>
                  <a:ext uri="{FF2B5EF4-FFF2-40B4-BE49-F238E27FC236}">
                    <a16:creationId xmlns:a16="http://schemas.microsoft.com/office/drawing/2014/main" id="{048575E0-44B2-4401-8BD0-92B7A4B0A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28034"/>
                <a:ext cx="632018" cy="777419"/>
              </a:xfrm>
              <a:custGeom>
                <a:avLst/>
                <a:gdLst>
                  <a:gd name="T0" fmla="*/ 0 w 632018"/>
                  <a:gd name="T1" fmla="*/ 777228 h 777419"/>
                  <a:gd name="T2" fmla="*/ 629192 w 632018"/>
                  <a:gd name="T3" fmla="*/ 0 h 777419"/>
                  <a:gd name="T4" fmla="*/ 632018 w 632018"/>
                  <a:gd name="T5" fmla="*/ 777419 h 777419"/>
                  <a:gd name="T6" fmla="*/ 0 w 632018"/>
                  <a:gd name="T7" fmla="*/ 777228 h 7774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2018" h="777419">
                    <a:moveTo>
                      <a:pt x="0" y="777228"/>
                    </a:moveTo>
                    <a:lnTo>
                      <a:pt x="629192" y="0"/>
                    </a:lnTo>
                    <a:cubicBezTo>
                      <a:pt x="631658" y="257552"/>
                      <a:pt x="629552" y="519867"/>
                      <a:pt x="632018" y="777419"/>
                    </a:cubicBezTo>
                    <a:lnTo>
                      <a:pt x="0" y="77722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56" name="TextBox 43">
              <a:extLst>
                <a:ext uri="{FF2B5EF4-FFF2-40B4-BE49-F238E27FC236}">
                  <a16:creationId xmlns:a16="http://schemas.microsoft.com/office/drawing/2014/main" id="{230DF2F5-F229-4D42-98AB-96EB9FE9E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73" y="27876"/>
              <a:ext cx="423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04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57" name="标题层">
              <a:extLst>
                <a:ext uri="{FF2B5EF4-FFF2-40B4-BE49-F238E27FC236}">
                  <a16:creationId xmlns:a16="http://schemas.microsoft.com/office/drawing/2014/main" id="{2AD32468-D921-4EED-B986-A54182EBC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18" y="43264"/>
              <a:ext cx="1050505" cy="276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宠物定位</a:t>
              </a:r>
            </a:p>
          </p:txBody>
        </p:sp>
      </p:grpSp>
      <p:grpSp>
        <p:nvGrpSpPr>
          <p:cNvPr id="61" name="组合 60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491D22BC-33C1-4C0B-8DCC-28A1897CEC9A}"/>
              </a:ext>
            </a:extLst>
          </p:cNvPr>
          <p:cNvGrpSpPr/>
          <p:nvPr/>
        </p:nvGrpSpPr>
        <p:grpSpPr>
          <a:xfrm>
            <a:off x="377049" y="2894138"/>
            <a:ext cx="2707677" cy="878236"/>
            <a:chOff x="1069013" y="4697354"/>
            <a:chExt cx="4434152" cy="1232027"/>
          </a:xfrm>
        </p:grpSpPr>
        <p:sp>
          <p:nvSpPr>
            <p:cNvPr id="62" name="Freeform 261">
              <a:extLst>
                <a:ext uri="{FF2B5EF4-FFF2-40B4-BE49-F238E27FC236}">
                  <a16:creationId xmlns:a16="http://schemas.microsoft.com/office/drawing/2014/main" id="{C204CCFA-6607-40B6-A1F1-6CDCA1BE4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013" y="4697354"/>
              <a:ext cx="4434152" cy="1232027"/>
            </a:xfrm>
            <a:custGeom>
              <a:avLst/>
              <a:gdLst>
                <a:gd name="T0" fmla="*/ 48 w 500"/>
                <a:gd name="T1" fmla="*/ 0 h 137"/>
                <a:gd name="T2" fmla="*/ 17 w 500"/>
                <a:gd name="T3" fmla="*/ 10 h 137"/>
                <a:gd name="T4" fmla="*/ 5 w 500"/>
                <a:gd name="T5" fmla="*/ 33 h 137"/>
                <a:gd name="T6" fmla="*/ 11 w 500"/>
                <a:gd name="T7" fmla="*/ 41 h 137"/>
                <a:gd name="T8" fmla="*/ 20 w 500"/>
                <a:gd name="T9" fmla="*/ 42 h 137"/>
                <a:gd name="T10" fmla="*/ 30 w 500"/>
                <a:gd name="T11" fmla="*/ 35 h 137"/>
                <a:gd name="T12" fmla="*/ 34 w 500"/>
                <a:gd name="T13" fmla="*/ 27 h 137"/>
                <a:gd name="T14" fmla="*/ 47 w 500"/>
                <a:gd name="T15" fmla="*/ 22 h 137"/>
                <a:gd name="T16" fmla="*/ 60 w 500"/>
                <a:gd name="T17" fmla="*/ 27 h 137"/>
                <a:gd name="T18" fmla="*/ 65 w 500"/>
                <a:gd name="T19" fmla="*/ 40 h 137"/>
                <a:gd name="T20" fmla="*/ 59 w 500"/>
                <a:gd name="T21" fmla="*/ 56 h 137"/>
                <a:gd name="T22" fmla="*/ 38 w 500"/>
                <a:gd name="T23" fmla="*/ 78 h 137"/>
                <a:gd name="T24" fmla="*/ 9 w 500"/>
                <a:gd name="T25" fmla="*/ 111 h 137"/>
                <a:gd name="T26" fmla="*/ 1 w 500"/>
                <a:gd name="T27" fmla="*/ 129 h 137"/>
                <a:gd name="T28" fmla="*/ 8 w 500"/>
                <a:gd name="T29" fmla="*/ 137 h 137"/>
                <a:gd name="T30" fmla="*/ 492 w 500"/>
                <a:gd name="T31" fmla="*/ 137 h 137"/>
                <a:gd name="T32" fmla="*/ 500 w 500"/>
                <a:gd name="T33" fmla="*/ 129 h 137"/>
                <a:gd name="T34" fmla="*/ 500 w 500"/>
                <a:gd name="T35" fmla="*/ 9 h 137"/>
                <a:gd name="T36" fmla="*/ 492 w 500"/>
                <a:gd name="T37" fmla="*/ 0 h 137"/>
                <a:gd name="T38" fmla="*/ 48 w 500"/>
                <a:gd name="T3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0" h="137">
                  <a:moveTo>
                    <a:pt x="48" y="0"/>
                  </a:moveTo>
                  <a:cubicBezTo>
                    <a:pt x="36" y="0"/>
                    <a:pt x="25" y="3"/>
                    <a:pt x="17" y="10"/>
                  </a:cubicBezTo>
                  <a:cubicBezTo>
                    <a:pt x="9" y="16"/>
                    <a:pt x="5" y="33"/>
                    <a:pt x="5" y="33"/>
                  </a:cubicBezTo>
                  <a:cubicBezTo>
                    <a:pt x="4" y="37"/>
                    <a:pt x="6" y="41"/>
                    <a:pt x="11" y="41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5" y="43"/>
                    <a:pt x="29" y="39"/>
                    <a:pt x="30" y="35"/>
                  </a:cubicBezTo>
                  <a:cubicBezTo>
                    <a:pt x="30" y="35"/>
                    <a:pt x="31" y="30"/>
                    <a:pt x="34" y="27"/>
                  </a:cubicBezTo>
                  <a:cubicBezTo>
                    <a:pt x="37" y="24"/>
                    <a:pt x="42" y="22"/>
                    <a:pt x="47" y="22"/>
                  </a:cubicBezTo>
                  <a:cubicBezTo>
                    <a:pt x="53" y="22"/>
                    <a:pt x="57" y="23"/>
                    <a:pt x="60" y="27"/>
                  </a:cubicBezTo>
                  <a:cubicBezTo>
                    <a:pt x="63" y="30"/>
                    <a:pt x="65" y="34"/>
                    <a:pt x="65" y="40"/>
                  </a:cubicBezTo>
                  <a:cubicBezTo>
                    <a:pt x="65" y="45"/>
                    <a:pt x="63" y="51"/>
                    <a:pt x="59" y="56"/>
                  </a:cubicBezTo>
                  <a:cubicBezTo>
                    <a:pt x="57" y="60"/>
                    <a:pt x="50" y="67"/>
                    <a:pt x="38" y="78"/>
                  </a:cubicBezTo>
                  <a:cubicBezTo>
                    <a:pt x="23" y="92"/>
                    <a:pt x="14" y="103"/>
                    <a:pt x="9" y="111"/>
                  </a:cubicBezTo>
                  <a:cubicBezTo>
                    <a:pt x="4" y="119"/>
                    <a:pt x="1" y="129"/>
                    <a:pt x="1" y="129"/>
                  </a:cubicBezTo>
                  <a:cubicBezTo>
                    <a:pt x="0" y="133"/>
                    <a:pt x="3" y="137"/>
                    <a:pt x="8" y="137"/>
                  </a:cubicBezTo>
                  <a:cubicBezTo>
                    <a:pt x="492" y="137"/>
                    <a:pt x="492" y="137"/>
                    <a:pt x="492" y="137"/>
                  </a:cubicBezTo>
                  <a:cubicBezTo>
                    <a:pt x="497" y="137"/>
                    <a:pt x="500" y="133"/>
                    <a:pt x="500" y="129"/>
                  </a:cubicBezTo>
                  <a:cubicBezTo>
                    <a:pt x="500" y="9"/>
                    <a:pt x="500" y="9"/>
                    <a:pt x="500" y="9"/>
                  </a:cubicBezTo>
                  <a:cubicBezTo>
                    <a:pt x="500" y="4"/>
                    <a:pt x="497" y="0"/>
                    <a:pt x="492" y="0"/>
                  </a:cubicBezTo>
                  <a:cubicBezTo>
                    <a:pt x="492" y="0"/>
                    <a:pt x="49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3192404F-EF9F-4F57-8985-5CE90C399469}"/>
                </a:ext>
              </a:extLst>
            </p:cNvPr>
            <p:cNvSpPr/>
            <p:nvPr/>
          </p:nvSpPr>
          <p:spPr>
            <a:xfrm flipH="1">
              <a:off x="2053183" y="5186274"/>
              <a:ext cx="2754608" cy="40833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商城模块未开始</a:t>
              </a:r>
              <a:endPara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53D07800-2A6A-4492-879E-49D7D0E498E9}"/>
              </a:ext>
            </a:extLst>
          </p:cNvPr>
          <p:cNvGrpSpPr/>
          <p:nvPr/>
        </p:nvGrpSpPr>
        <p:grpSpPr>
          <a:xfrm>
            <a:off x="3816214" y="1412337"/>
            <a:ext cx="2456923" cy="968357"/>
            <a:chOff x="6719824" y="2243999"/>
            <a:chExt cx="4392376" cy="1232027"/>
          </a:xfrm>
        </p:grpSpPr>
        <p:sp>
          <p:nvSpPr>
            <p:cNvPr id="67" name="Freeform 394">
              <a:extLst>
                <a:ext uri="{FF2B5EF4-FFF2-40B4-BE49-F238E27FC236}">
                  <a16:creationId xmlns:a16="http://schemas.microsoft.com/office/drawing/2014/main" id="{A370C6F8-1370-4102-B89E-A5260E153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24" y="2243999"/>
              <a:ext cx="4392376" cy="1232027"/>
            </a:xfrm>
            <a:custGeom>
              <a:avLst/>
              <a:gdLst>
                <a:gd name="T0" fmla="*/ 499 w 499"/>
                <a:gd name="T1" fmla="*/ 9 h 138"/>
                <a:gd name="T2" fmla="*/ 491 w 499"/>
                <a:gd name="T3" fmla="*/ 1 h 138"/>
                <a:gd name="T4" fmla="*/ 43 w 499"/>
                <a:gd name="T5" fmla="*/ 0 h 138"/>
                <a:gd name="T6" fmla="*/ 23 w 499"/>
                <a:gd name="T7" fmla="*/ 4 h 138"/>
                <a:gd name="T8" fmla="*/ 9 w 499"/>
                <a:gd name="T9" fmla="*/ 16 h 138"/>
                <a:gd name="T10" fmla="*/ 3 w 499"/>
                <a:gd name="T11" fmla="*/ 27 h 138"/>
                <a:gd name="T12" fmla="*/ 9 w 499"/>
                <a:gd name="T13" fmla="*/ 37 h 138"/>
                <a:gd name="T14" fmla="*/ 17 w 499"/>
                <a:gd name="T15" fmla="*/ 38 h 138"/>
                <a:gd name="T16" fmla="*/ 27 w 499"/>
                <a:gd name="T17" fmla="*/ 31 h 138"/>
                <a:gd name="T18" fmla="*/ 31 w 499"/>
                <a:gd name="T19" fmla="*/ 26 h 138"/>
                <a:gd name="T20" fmla="*/ 42 w 499"/>
                <a:gd name="T21" fmla="*/ 21 h 138"/>
                <a:gd name="T22" fmla="*/ 53 w 499"/>
                <a:gd name="T23" fmla="*/ 25 h 138"/>
                <a:gd name="T24" fmla="*/ 57 w 499"/>
                <a:gd name="T25" fmla="*/ 36 h 138"/>
                <a:gd name="T26" fmla="*/ 52 w 499"/>
                <a:gd name="T27" fmla="*/ 49 h 138"/>
                <a:gd name="T28" fmla="*/ 44 w 499"/>
                <a:gd name="T29" fmla="*/ 53 h 138"/>
                <a:gd name="T30" fmla="*/ 34 w 499"/>
                <a:gd name="T31" fmla="*/ 62 h 138"/>
                <a:gd name="T32" fmla="*/ 34 w 499"/>
                <a:gd name="T33" fmla="*/ 67 h 138"/>
                <a:gd name="T34" fmla="*/ 41 w 499"/>
                <a:gd name="T35" fmla="*/ 73 h 138"/>
                <a:gd name="T36" fmla="*/ 45 w 499"/>
                <a:gd name="T37" fmla="*/ 73 h 138"/>
                <a:gd name="T38" fmla="*/ 57 w 499"/>
                <a:gd name="T39" fmla="*/ 79 h 138"/>
                <a:gd name="T40" fmla="*/ 63 w 499"/>
                <a:gd name="T41" fmla="*/ 94 h 138"/>
                <a:gd name="T42" fmla="*/ 57 w 499"/>
                <a:gd name="T43" fmla="*/ 111 h 138"/>
                <a:gd name="T44" fmla="*/ 44 w 499"/>
                <a:gd name="T45" fmla="*/ 117 h 138"/>
                <a:gd name="T46" fmla="*/ 31 w 499"/>
                <a:gd name="T47" fmla="*/ 112 h 138"/>
                <a:gd name="T48" fmla="*/ 26 w 499"/>
                <a:gd name="T49" fmla="*/ 105 h 138"/>
                <a:gd name="T50" fmla="*/ 16 w 499"/>
                <a:gd name="T51" fmla="*/ 98 h 138"/>
                <a:gd name="T52" fmla="*/ 7 w 499"/>
                <a:gd name="T53" fmla="*/ 99 h 138"/>
                <a:gd name="T54" fmla="*/ 1 w 499"/>
                <a:gd name="T55" fmla="*/ 108 h 138"/>
                <a:gd name="T56" fmla="*/ 13 w 499"/>
                <a:gd name="T57" fmla="*/ 128 h 138"/>
                <a:gd name="T58" fmla="*/ 44 w 499"/>
                <a:gd name="T59" fmla="*/ 138 h 138"/>
                <a:gd name="T60" fmla="*/ 491 w 499"/>
                <a:gd name="T61" fmla="*/ 137 h 138"/>
                <a:gd name="T62" fmla="*/ 499 w 499"/>
                <a:gd name="T63" fmla="*/ 129 h 138"/>
                <a:gd name="T64" fmla="*/ 499 w 499"/>
                <a:gd name="T65" fmla="*/ 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9" h="138">
                  <a:moveTo>
                    <a:pt x="499" y="9"/>
                  </a:moveTo>
                  <a:cubicBezTo>
                    <a:pt x="499" y="5"/>
                    <a:pt x="496" y="1"/>
                    <a:pt x="491" y="1"/>
                  </a:cubicBezTo>
                  <a:cubicBezTo>
                    <a:pt x="491" y="1"/>
                    <a:pt x="47" y="0"/>
                    <a:pt x="43" y="0"/>
                  </a:cubicBezTo>
                  <a:cubicBezTo>
                    <a:pt x="36" y="0"/>
                    <a:pt x="29" y="1"/>
                    <a:pt x="23" y="4"/>
                  </a:cubicBezTo>
                  <a:cubicBezTo>
                    <a:pt x="17" y="7"/>
                    <a:pt x="12" y="11"/>
                    <a:pt x="9" y="16"/>
                  </a:cubicBezTo>
                  <a:cubicBezTo>
                    <a:pt x="5" y="20"/>
                    <a:pt x="3" y="27"/>
                    <a:pt x="3" y="27"/>
                  </a:cubicBezTo>
                  <a:cubicBezTo>
                    <a:pt x="2" y="32"/>
                    <a:pt x="5" y="36"/>
                    <a:pt x="9" y="37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21" y="39"/>
                    <a:pt x="26" y="36"/>
                    <a:pt x="27" y="31"/>
                  </a:cubicBezTo>
                  <a:cubicBezTo>
                    <a:pt x="27" y="31"/>
                    <a:pt x="28" y="29"/>
                    <a:pt x="31" y="26"/>
                  </a:cubicBezTo>
                  <a:cubicBezTo>
                    <a:pt x="34" y="23"/>
                    <a:pt x="38" y="21"/>
                    <a:pt x="42" y="21"/>
                  </a:cubicBezTo>
                  <a:cubicBezTo>
                    <a:pt x="47" y="21"/>
                    <a:pt x="50" y="22"/>
                    <a:pt x="53" y="25"/>
                  </a:cubicBezTo>
                  <a:cubicBezTo>
                    <a:pt x="56" y="28"/>
                    <a:pt x="57" y="32"/>
                    <a:pt x="57" y="36"/>
                  </a:cubicBezTo>
                  <a:cubicBezTo>
                    <a:pt x="57" y="42"/>
                    <a:pt x="55" y="46"/>
                    <a:pt x="52" y="49"/>
                  </a:cubicBezTo>
                  <a:cubicBezTo>
                    <a:pt x="48" y="52"/>
                    <a:pt x="44" y="53"/>
                    <a:pt x="44" y="53"/>
                  </a:cubicBezTo>
                  <a:cubicBezTo>
                    <a:pt x="39" y="53"/>
                    <a:pt x="35" y="57"/>
                    <a:pt x="34" y="62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71"/>
                    <a:pt x="36" y="74"/>
                    <a:pt x="41" y="73"/>
                  </a:cubicBezTo>
                  <a:cubicBezTo>
                    <a:pt x="41" y="73"/>
                    <a:pt x="41" y="73"/>
                    <a:pt x="45" y="73"/>
                  </a:cubicBezTo>
                  <a:cubicBezTo>
                    <a:pt x="50" y="73"/>
                    <a:pt x="54" y="75"/>
                    <a:pt x="57" y="79"/>
                  </a:cubicBezTo>
                  <a:cubicBezTo>
                    <a:pt x="61" y="83"/>
                    <a:pt x="63" y="88"/>
                    <a:pt x="63" y="94"/>
                  </a:cubicBezTo>
                  <a:cubicBezTo>
                    <a:pt x="63" y="101"/>
                    <a:pt x="61" y="107"/>
                    <a:pt x="57" y="111"/>
                  </a:cubicBezTo>
                  <a:cubicBezTo>
                    <a:pt x="54" y="115"/>
                    <a:pt x="49" y="117"/>
                    <a:pt x="44" y="117"/>
                  </a:cubicBezTo>
                  <a:cubicBezTo>
                    <a:pt x="39" y="117"/>
                    <a:pt x="34" y="115"/>
                    <a:pt x="31" y="112"/>
                  </a:cubicBezTo>
                  <a:cubicBezTo>
                    <a:pt x="27" y="108"/>
                    <a:pt x="26" y="105"/>
                    <a:pt x="26" y="105"/>
                  </a:cubicBezTo>
                  <a:cubicBezTo>
                    <a:pt x="25" y="101"/>
                    <a:pt x="21" y="97"/>
                    <a:pt x="16" y="98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3" y="100"/>
                    <a:pt x="0" y="104"/>
                    <a:pt x="1" y="108"/>
                  </a:cubicBezTo>
                  <a:cubicBezTo>
                    <a:pt x="1" y="108"/>
                    <a:pt x="5" y="121"/>
                    <a:pt x="13" y="128"/>
                  </a:cubicBezTo>
                  <a:cubicBezTo>
                    <a:pt x="21" y="135"/>
                    <a:pt x="32" y="138"/>
                    <a:pt x="44" y="138"/>
                  </a:cubicBezTo>
                  <a:cubicBezTo>
                    <a:pt x="48" y="138"/>
                    <a:pt x="491" y="137"/>
                    <a:pt x="491" y="137"/>
                  </a:cubicBezTo>
                  <a:cubicBezTo>
                    <a:pt x="496" y="137"/>
                    <a:pt x="499" y="134"/>
                    <a:pt x="499" y="129"/>
                  </a:cubicBezTo>
                  <a:lnTo>
                    <a:pt x="499" y="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90A2EB53-C913-4B95-8750-6993D992AF0A}"/>
                </a:ext>
              </a:extLst>
            </p:cNvPr>
            <p:cNvSpPr/>
            <p:nvPr/>
          </p:nvSpPr>
          <p:spPr>
            <a:xfrm flipH="1">
              <a:off x="7781169" y="2676729"/>
              <a:ext cx="2742579" cy="426755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医院模块未开始</a:t>
              </a:r>
              <a:endParaRPr lang="en-US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7A69E43A-38AA-424B-879D-0DF0AC1CD31F}"/>
              </a:ext>
            </a:extLst>
          </p:cNvPr>
          <p:cNvGrpSpPr/>
          <p:nvPr/>
        </p:nvGrpSpPr>
        <p:grpSpPr>
          <a:xfrm>
            <a:off x="355032" y="1476926"/>
            <a:ext cx="2707678" cy="968356"/>
            <a:chOff x="1069046" y="2325392"/>
            <a:chExt cx="4465618" cy="1271371"/>
          </a:xfrm>
        </p:grpSpPr>
        <p:sp>
          <p:nvSpPr>
            <p:cNvPr id="72" name="Freeform 128">
              <a:extLst>
                <a:ext uri="{FF2B5EF4-FFF2-40B4-BE49-F238E27FC236}">
                  <a16:creationId xmlns:a16="http://schemas.microsoft.com/office/drawing/2014/main" id="{F314871C-86D1-441E-B31F-E8ACE321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046" y="2325392"/>
              <a:ext cx="4465618" cy="1271371"/>
            </a:xfrm>
            <a:custGeom>
              <a:avLst/>
              <a:gdLst>
                <a:gd name="T0" fmla="*/ 47 w 485"/>
                <a:gd name="T1" fmla="*/ 0 h 136"/>
                <a:gd name="T2" fmla="*/ 35 w 485"/>
                <a:gd name="T3" fmla="*/ 7 h 136"/>
                <a:gd name="T4" fmla="*/ 23 w 485"/>
                <a:gd name="T5" fmla="*/ 22 h 136"/>
                <a:gd name="T6" fmla="*/ 8 w 485"/>
                <a:gd name="T7" fmla="*/ 31 h 136"/>
                <a:gd name="T8" fmla="*/ 0 w 485"/>
                <a:gd name="T9" fmla="*/ 43 h 136"/>
                <a:gd name="T10" fmla="*/ 0 w 485"/>
                <a:gd name="T11" fmla="*/ 50 h 136"/>
                <a:gd name="T12" fmla="*/ 8 w 485"/>
                <a:gd name="T13" fmla="*/ 55 h 136"/>
                <a:gd name="T14" fmla="*/ 27 w 485"/>
                <a:gd name="T15" fmla="*/ 43 h 136"/>
                <a:gd name="T16" fmla="*/ 34 w 485"/>
                <a:gd name="T17" fmla="*/ 47 h 136"/>
                <a:gd name="T18" fmla="*/ 34 w 485"/>
                <a:gd name="T19" fmla="*/ 128 h 136"/>
                <a:gd name="T20" fmla="*/ 42 w 485"/>
                <a:gd name="T21" fmla="*/ 136 h 136"/>
                <a:gd name="T22" fmla="*/ 477 w 485"/>
                <a:gd name="T23" fmla="*/ 136 h 136"/>
                <a:gd name="T24" fmla="*/ 485 w 485"/>
                <a:gd name="T25" fmla="*/ 128 h 136"/>
                <a:gd name="T26" fmla="*/ 485 w 485"/>
                <a:gd name="T27" fmla="*/ 8 h 136"/>
                <a:gd name="T28" fmla="*/ 477 w 485"/>
                <a:gd name="T29" fmla="*/ 0 h 136"/>
                <a:gd name="T30" fmla="*/ 47 w 485"/>
                <a:gd name="T3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5" h="136">
                  <a:moveTo>
                    <a:pt x="47" y="0"/>
                  </a:moveTo>
                  <a:cubicBezTo>
                    <a:pt x="43" y="0"/>
                    <a:pt x="37" y="3"/>
                    <a:pt x="35" y="7"/>
                  </a:cubicBezTo>
                  <a:cubicBezTo>
                    <a:pt x="35" y="7"/>
                    <a:pt x="31" y="15"/>
                    <a:pt x="23" y="22"/>
                  </a:cubicBezTo>
                  <a:cubicBezTo>
                    <a:pt x="15" y="28"/>
                    <a:pt x="8" y="31"/>
                    <a:pt x="8" y="31"/>
                  </a:cubicBezTo>
                  <a:cubicBezTo>
                    <a:pt x="4" y="33"/>
                    <a:pt x="0" y="38"/>
                    <a:pt x="0" y="43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4" y="56"/>
                    <a:pt x="8" y="55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31" y="40"/>
                    <a:pt x="34" y="42"/>
                    <a:pt x="34" y="47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3"/>
                    <a:pt x="38" y="136"/>
                    <a:pt x="42" y="136"/>
                  </a:cubicBezTo>
                  <a:cubicBezTo>
                    <a:pt x="477" y="136"/>
                    <a:pt x="477" y="136"/>
                    <a:pt x="477" y="136"/>
                  </a:cubicBezTo>
                  <a:cubicBezTo>
                    <a:pt x="482" y="136"/>
                    <a:pt x="485" y="133"/>
                    <a:pt x="485" y="128"/>
                  </a:cubicBezTo>
                  <a:cubicBezTo>
                    <a:pt x="485" y="8"/>
                    <a:pt x="485" y="8"/>
                    <a:pt x="485" y="8"/>
                  </a:cubicBezTo>
                  <a:cubicBezTo>
                    <a:pt x="485" y="4"/>
                    <a:pt x="482" y="0"/>
                    <a:pt x="477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Rectangle 42">
              <a:extLst>
                <a:ext uri="{FF2B5EF4-FFF2-40B4-BE49-F238E27FC236}">
                  <a16:creationId xmlns:a16="http://schemas.microsoft.com/office/drawing/2014/main" id="{456FD624-EF7C-4FC2-B918-3D67DDC0826C}"/>
                </a:ext>
              </a:extLst>
            </p:cNvPr>
            <p:cNvSpPr/>
            <p:nvPr/>
          </p:nvSpPr>
          <p:spPr>
            <a:xfrm flipH="1">
              <a:off x="1794192" y="2800816"/>
              <a:ext cx="3099501" cy="45658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部分功能数据未对接</a:t>
              </a:r>
              <a:endParaRPr lang="en-US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组合 75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E3223E32-E40F-4ADF-A8C1-3F279794531B}"/>
              </a:ext>
            </a:extLst>
          </p:cNvPr>
          <p:cNvGrpSpPr/>
          <p:nvPr/>
        </p:nvGrpSpPr>
        <p:grpSpPr>
          <a:xfrm>
            <a:off x="3685703" y="2936492"/>
            <a:ext cx="2707677" cy="832750"/>
            <a:chOff x="5376641" y="4233145"/>
            <a:chExt cx="3692987" cy="1106102"/>
          </a:xfrm>
        </p:grpSpPr>
        <p:sp>
          <p:nvSpPr>
            <p:cNvPr id="77" name="Freeform 526">
              <a:extLst>
                <a:ext uri="{FF2B5EF4-FFF2-40B4-BE49-F238E27FC236}">
                  <a16:creationId xmlns:a16="http://schemas.microsoft.com/office/drawing/2014/main" id="{D450C29D-5D29-4544-ADD3-AC8068ED18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641" y="4233145"/>
              <a:ext cx="3692987" cy="1106102"/>
            </a:xfrm>
            <a:custGeom>
              <a:avLst/>
              <a:gdLst>
                <a:gd name="T0" fmla="*/ 505 w 505"/>
                <a:gd name="T1" fmla="*/ 8 h 137"/>
                <a:gd name="T2" fmla="*/ 496 w 505"/>
                <a:gd name="T3" fmla="*/ 0 h 137"/>
                <a:gd name="T4" fmla="*/ 68 w 505"/>
                <a:gd name="T5" fmla="*/ 0 h 137"/>
                <a:gd name="T6" fmla="*/ 55 w 505"/>
                <a:gd name="T7" fmla="*/ 7 h 137"/>
                <a:gd name="T8" fmla="*/ 5 w 505"/>
                <a:gd name="T9" fmla="*/ 80 h 137"/>
                <a:gd name="T10" fmla="*/ 0 w 505"/>
                <a:gd name="T11" fmla="*/ 95 h 137"/>
                <a:gd name="T12" fmla="*/ 0 w 505"/>
                <a:gd name="T13" fmla="*/ 101 h 137"/>
                <a:gd name="T14" fmla="*/ 9 w 505"/>
                <a:gd name="T15" fmla="*/ 109 h 137"/>
                <a:gd name="T16" fmla="*/ 48 w 505"/>
                <a:gd name="T17" fmla="*/ 109 h 137"/>
                <a:gd name="T18" fmla="*/ 56 w 505"/>
                <a:gd name="T19" fmla="*/ 117 h 137"/>
                <a:gd name="T20" fmla="*/ 56 w 505"/>
                <a:gd name="T21" fmla="*/ 128 h 137"/>
                <a:gd name="T22" fmla="*/ 64 w 505"/>
                <a:gd name="T23" fmla="*/ 137 h 137"/>
                <a:gd name="T24" fmla="*/ 496 w 505"/>
                <a:gd name="T25" fmla="*/ 136 h 137"/>
                <a:gd name="T26" fmla="*/ 505 w 505"/>
                <a:gd name="T27" fmla="*/ 128 h 137"/>
                <a:gd name="T28" fmla="*/ 505 w 505"/>
                <a:gd name="T29" fmla="*/ 8 h 137"/>
                <a:gd name="T30" fmla="*/ 56 w 505"/>
                <a:gd name="T31" fmla="*/ 78 h 137"/>
                <a:gd name="T32" fmla="*/ 48 w 505"/>
                <a:gd name="T33" fmla="*/ 86 h 137"/>
                <a:gd name="T34" fmla="*/ 33 w 505"/>
                <a:gd name="T35" fmla="*/ 86 h 137"/>
                <a:gd name="T36" fmla="*/ 29 w 505"/>
                <a:gd name="T37" fmla="*/ 79 h 137"/>
                <a:gd name="T38" fmla="*/ 51 w 505"/>
                <a:gd name="T39" fmla="*/ 47 h 137"/>
                <a:gd name="T40" fmla="*/ 56 w 505"/>
                <a:gd name="T41" fmla="*/ 48 h 137"/>
                <a:gd name="T42" fmla="*/ 56 w 505"/>
                <a:gd name="T43" fmla="*/ 7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05" h="137">
                  <a:moveTo>
                    <a:pt x="505" y="8"/>
                  </a:moveTo>
                  <a:cubicBezTo>
                    <a:pt x="505" y="4"/>
                    <a:pt x="501" y="0"/>
                    <a:pt x="49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3" y="0"/>
                    <a:pt x="57" y="3"/>
                    <a:pt x="55" y="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3" y="83"/>
                    <a:pt x="0" y="90"/>
                    <a:pt x="0" y="9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5"/>
                    <a:pt x="4" y="109"/>
                    <a:pt x="9" y="109"/>
                  </a:cubicBezTo>
                  <a:cubicBezTo>
                    <a:pt x="48" y="109"/>
                    <a:pt x="48" y="109"/>
                    <a:pt x="48" y="109"/>
                  </a:cubicBezTo>
                  <a:cubicBezTo>
                    <a:pt x="52" y="109"/>
                    <a:pt x="56" y="113"/>
                    <a:pt x="56" y="11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33"/>
                    <a:pt x="60" y="137"/>
                    <a:pt x="64" y="137"/>
                  </a:cubicBezTo>
                  <a:cubicBezTo>
                    <a:pt x="496" y="136"/>
                    <a:pt x="496" y="136"/>
                    <a:pt x="496" y="136"/>
                  </a:cubicBezTo>
                  <a:cubicBezTo>
                    <a:pt x="501" y="136"/>
                    <a:pt x="505" y="133"/>
                    <a:pt x="505" y="128"/>
                  </a:cubicBezTo>
                  <a:lnTo>
                    <a:pt x="505" y="8"/>
                  </a:lnTo>
                  <a:close/>
                  <a:moveTo>
                    <a:pt x="56" y="78"/>
                  </a:moveTo>
                  <a:cubicBezTo>
                    <a:pt x="56" y="83"/>
                    <a:pt x="52" y="86"/>
                    <a:pt x="48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29" y="86"/>
                    <a:pt x="27" y="83"/>
                    <a:pt x="29" y="79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4" y="43"/>
                    <a:pt x="56" y="44"/>
                    <a:pt x="56" y="48"/>
                  </a:cubicBezTo>
                  <a:lnTo>
                    <a:pt x="56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Rectangle 42">
              <a:extLst>
                <a:ext uri="{FF2B5EF4-FFF2-40B4-BE49-F238E27FC236}">
                  <a16:creationId xmlns:a16="http://schemas.microsoft.com/office/drawing/2014/main" id="{01A279F9-0653-4970-8B56-ED3FE7E77462}"/>
                </a:ext>
              </a:extLst>
            </p:cNvPr>
            <p:cNvSpPr/>
            <p:nvPr/>
          </p:nvSpPr>
          <p:spPr>
            <a:xfrm flipH="1">
              <a:off x="6383421" y="4648385"/>
              <a:ext cx="2292023" cy="275623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宠物定位未开始</a:t>
              </a:r>
              <a:endPara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6D64AFF6-8506-44E8-A42B-C495861220C6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未完待续</a:t>
            </a:r>
          </a:p>
        </p:txBody>
      </p:sp>
    </p:spTree>
    <p:extLst>
      <p:ext uri="{BB962C8B-B14F-4D97-AF65-F5344CB8AC3E}">
        <p14:creationId xmlns:p14="http://schemas.microsoft.com/office/powerpoint/2010/main" val="419688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2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28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decel="2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28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867322" y="2195851"/>
            <a:ext cx="106182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面临问题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033BA2-3CAF-45C9-9F44-E3F7E89126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824572"/>
            <a:ext cx="9144000" cy="241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5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2">
            <a:extLst>
              <a:ext uri="{FF2B5EF4-FFF2-40B4-BE49-F238E27FC236}">
                <a16:creationId xmlns:a16="http://schemas.microsoft.com/office/drawing/2014/main" id="{C814E903-B77A-44BF-B04B-6D52CE4CD7BB}"/>
              </a:ext>
            </a:extLst>
          </p:cNvPr>
          <p:cNvSpPr/>
          <p:nvPr/>
        </p:nvSpPr>
        <p:spPr>
          <a:xfrm>
            <a:off x="2926349" y="844352"/>
            <a:ext cx="1785584" cy="17858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975" dirty="0">
                <a:latin typeface="+mn-ea"/>
              </a:rPr>
              <a:t>01</a:t>
            </a:r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A4AE6529-ABFA-4D4E-9093-BC5E7268986D}"/>
              </a:ext>
            </a:extLst>
          </p:cNvPr>
          <p:cNvSpPr/>
          <p:nvPr/>
        </p:nvSpPr>
        <p:spPr>
          <a:xfrm>
            <a:off x="4836198" y="2733929"/>
            <a:ext cx="1382388" cy="1382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975" dirty="0">
                <a:solidFill>
                  <a:schemeClr val="bg1"/>
                </a:solidFill>
                <a:latin typeface="+mn-ea"/>
              </a:rPr>
              <a:t>04</a:t>
            </a:r>
            <a:endParaRPr lang="en-US" sz="1350" dirty="0">
              <a:latin typeface="+mn-ea"/>
            </a:endParaRP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DCCC0A17-23DA-4C7C-B151-E28936C06789}"/>
              </a:ext>
            </a:extLst>
          </p:cNvPr>
          <p:cNvSpPr/>
          <p:nvPr/>
        </p:nvSpPr>
        <p:spPr>
          <a:xfrm>
            <a:off x="4836199" y="1398508"/>
            <a:ext cx="1231499" cy="12316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225" dirty="0">
                <a:solidFill>
                  <a:schemeClr val="bg1"/>
                </a:solidFill>
                <a:latin typeface="+mn-ea"/>
              </a:rPr>
              <a:t>02</a:t>
            </a:r>
            <a:endParaRPr lang="en-US" sz="1350" dirty="0">
              <a:latin typeface="+mn-ea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43ECFA7E-F0C1-43BA-BF23-27B41F7AADE6}"/>
              </a:ext>
            </a:extLst>
          </p:cNvPr>
          <p:cNvSpPr/>
          <p:nvPr/>
        </p:nvSpPr>
        <p:spPr>
          <a:xfrm>
            <a:off x="3486758" y="2721012"/>
            <a:ext cx="1225175" cy="12253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+mn-ea"/>
              </a:rPr>
              <a:t>03</a:t>
            </a:r>
            <a:endParaRPr lang="en-US" sz="1350" dirty="0">
              <a:latin typeface="+mn-ea"/>
            </a:endParaRPr>
          </a:p>
        </p:txBody>
      </p:sp>
      <p:grpSp>
        <p:nvGrpSpPr>
          <p:cNvPr id="11" name="Group 65">
            <a:extLst>
              <a:ext uri="{FF2B5EF4-FFF2-40B4-BE49-F238E27FC236}">
                <a16:creationId xmlns:a16="http://schemas.microsoft.com/office/drawing/2014/main" id="{120D1199-8967-4AA5-9EB9-D8A916DF3FF7}"/>
              </a:ext>
            </a:extLst>
          </p:cNvPr>
          <p:cNvGrpSpPr/>
          <p:nvPr/>
        </p:nvGrpSpPr>
        <p:grpSpPr>
          <a:xfrm>
            <a:off x="4135482" y="2042189"/>
            <a:ext cx="1267189" cy="1267354"/>
            <a:chOff x="4134957" y="2225651"/>
            <a:chExt cx="1267354" cy="1267354"/>
          </a:xfrm>
        </p:grpSpPr>
        <p:sp>
          <p:nvSpPr>
            <p:cNvPr id="12" name="Frame 39">
              <a:extLst>
                <a:ext uri="{FF2B5EF4-FFF2-40B4-BE49-F238E27FC236}">
                  <a16:creationId xmlns:a16="http://schemas.microsoft.com/office/drawing/2014/main" id="{E7CC5C92-5306-4CF1-A71D-B465E099B571}"/>
                </a:ext>
              </a:extLst>
            </p:cNvPr>
            <p:cNvSpPr/>
            <p:nvPr/>
          </p:nvSpPr>
          <p:spPr>
            <a:xfrm>
              <a:off x="4134957" y="2225651"/>
              <a:ext cx="1267354" cy="1267354"/>
            </a:xfrm>
            <a:prstGeom prst="frame">
              <a:avLst>
                <a:gd name="adj1" fmla="val 20016"/>
              </a:avLst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Rectangle 40">
              <a:extLst>
                <a:ext uri="{FF2B5EF4-FFF2-40B4-BE49-F238E27FC236}">
                  <a16:creationId xmlns:a16="http://schemas.microsoft.com/office/drawing/2014/main" id="{EAA3A152-45D8-4333-A58A-CF15FEFBCD30}"/>
                </a:ext>
              </a:extLst>
            </p:cNvPr>
            <p:cNvSpPr/>
            <p:nvPr/>
          </p:nvSpPr>
          <p:spPr>
            <a:xfrm>
              <a:off x="4376473" y="2467167"/>
              <a:ext cx="784322" cy="7843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25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  <p:sp>
        <p:nvSpPr>
          <p:cNvPr id="14" name="TextBox 60">
            <a:extLst>
              <a:ext uri="{FF2B5EF4-FFF2-40B4-BE49-F238E27FC236}">
                <a16:creationId xmlns:a16="http://schemas.microsoft.com/office/drawing/2014/main" id="{2F73291E-29FF-4FB2-9635-530AA6F3F75B}"/>
              </a:ext>
            </a:extLst>
          </p:cNvPr>
          <p:cNvSpPr txBox="1"/>
          <p:nvPr/>
        </p:nvSpPr>
        <p:spPr>
          <a:xfrm>
            <a:off x="551859" y="150610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商城业务逻辑复杂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60">
            <a:extLst>
              <a:ext uri="{FF2B5EF4-FFF2-40B4-BE49-F238E27FC236}">
                <a16:creationId xmlns:a16="http://schemas.microsoft.com/office/drawing/2014/main" id="{823F7821-631B-46FA-A6C0-F9A98C8064F2}"/>
              </a:ext>
            </a:extLst>
          </p:cNvPr>
          <p:cNvSpPr txBox="1"/>
          <p:nvPr/>
        </p:nvSpPr>
        <p:spPr>
          <a:xfrm>
            <a:off x="5526937" y="173726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宠物定位无从下手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60">
            <a:extLst>
              <a:ext uri="{FF2B5EF4-FFF2-40B4-BE49-F238E27FC236}">
                <a16:creationId xmlns:a16="http://schemas.microsoft.com/office/drawing/2014/main" id="{27452852-D4A4-4701-B865-64DC2FA753D9}"/>
              </a:ext>
            </a:extLst>
          </p:cNvPr>
          <p:cNvSpPr txBox="1"/>
          <p:nvPr/>
        </p:nvSpPr>
        <p:spPr>
          <a:xfrm>
            <a:off x="991199" y="325594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路线推荐不了解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60">
            <a:extLst>
              <a:ext uri="{FF2B5EF4-FFF2-40B4-BE49-F238E27FC236}">
                <a16:creationId xmlns:a16="http://schemas.microsoft.com/office/drawing/2014/main" id="{6A5456DA-2503-434E-A337-EF03DFBE3FEF}"/>
              </a:ext>
            </a:extLst>
          </p:cNvPr>
          <p:cNvSpPr txBox="1"/>
          <p:nvPr/>
        </p:nvSpPr>
        <p:spPr>
          <a:xfrm>
            <a:off x="5454537" y="328829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百度地图调用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903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3188356"/>
            <a:ext cx="9144000" cy="2048484"/>
          </a:xfrm>
          <a:prstGeom prst="rect">
            <a:avLst/>
          </a:prstGeom>
        </p:spPr>
      </p:pic>
      <p:sp>
        <p:nvSpPr>
          <p:cNvPr id="10" name="矩形 259">
            <a:extLst>
              <a:ext uri="{FF2B5EF4-FFF2-40B4-BE49-F238E27FC236}">
                <a16:creationId xmlns:a16="http://schemas.microsoft.com/office/drawing/2014/main" id="{92BF79DA-ACF7-4D5B-9E69-58E2D3FE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845144"/>
            <a:ext cx="14816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6600" cap="all" dirty="0">
                <a:solidFill>
                  <a:schemeClr val="accent1"/>
                </a:solidFill>
                <a:latin typeface="Agency FB" panose="020B0503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735504" y="1708448"/>
            <a:ext cx="6148864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答辩完毕  谢谢观看</a:t>
            </a:r>
            <a:endParaRPr lang="en-US" altLang="zh-CN"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38041" y="2497075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REPLY IS OVER, THANKS FOR WATCHING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4049832" y="2742122"/>
            <a:ext cx="1415718" cy="338526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厦门理工学院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5465550" y="2904865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893213" y="2928311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3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低多边形创意山峰商业计划书PPT模板"/>
  <p:tag name="ISPRING_ULTRA_SCORM_COURSE_ID" val="055D1457-7E69-4CAD-8214-E34850C1FC20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NFaj0u27fNMcQQAAAQRAAAdAAAAdW5pdmVyc2FsL2NvbW1vbl9tZXNzYWdlcy5sbmetWM1u20YQvgfIOywIBGiB1kkKJAgCW8aKXEuEKVIhV5bdoiDW5FpaeMl1+KPEPeVVeukb9NRD36WXom/R2SVlW/kBSduAJGiXmm9mZ+abmdX+4cdMog0vSqHyA+vl3gsL8TxRqchXB9aCHv34xkJlxfKUSZXzAytXFjocPX2yL1m+qtmKw/enTxDaz3hZwrIc6dXtGon0wJqPYzuYzbF/FnvBJIjH7sQa2Sq7Yvk18tRKfffT6zcfX756/f3+81auD0w0w563C4QM0qsXPYB8GgZeDGjEi31ySq2R/hwmFyyo5/rEGrVfhknPQ3JijfRnp9wiDIlP48hzHRK7UewH1PjCI5Q41uhM1WjNNhxVCm0E/4CqNYc4VqLgqJQiNQ8SBRt5zbuUOcEMu34ckoiGrk3dwLdGkSqK6x8MLKurtSpAXYlSUbJzyVOjEzLGPL8qeAmqWQUZheBVrQX8UmVM5HudqkO8dP1JTIPAi2LiO9sda0TyFDkF02oGooQ4IiEAFKzkxT1kY5NlRhxhKYchTN3J1IM31SZMxWot4V0NtWNOIAZznndJQY6QELIripZB6GingSrE0BUryw+qSHfy426guoBd3w4gBW16B5xqjC0wxFhA3SgKnlRdYDMSRXhC4nFwCokMvAuGSATHQLfjIRJnJAKKkKhLxscn7gTrhNcU2+b/ll8J0+ksrxFLEpDT7tsIVZewo10KLDBMK/eGqYnIuwWEzcXeN2jcoIJ3zWolNhzsKFJedCqCymITR2fRu4X7c3yEXY84MaSVEyxjakqe1pixa5SrCrF0w/KEo3OesBpy/RqepSI1z3Scjf73tfgNsaqtKs/aguQ75PTZUHt2athXzKpLsKmqeHZVdanWDmvNv48VOqe/aUKfo99Pf2QTH4du8DiRKUVWy6bqPjg+N5YNjVGnEQ/0VP9oPbYlUVNbxy4UrLFQ/SUIdFPdP6AByv5Srn8EiuZNiYYa7uYXA3T6QQvgK3RfjBNw1Y4JJ+DCAfJLMo5cCrPRkp+XouocOwwbmwB9PbQJzHmSV/yWjOf8QsGEIznbNNMHdCET6c6A3hludloFdakHJvsAuGqSByClyMD+tAfmYka2HmgK/M5JlqqWqSGvFJemyINv64x/OTZdFCozu5KV2+RtmszhQ6xoDhc2SucD2v8N/3rH5w797h+liODQnsY29m2iB33NVdlTCCigXeHRKPbwWIsDFzJWJWtopheqztOeQM2s7pAjDGDtmSPOimT9z6c/emJ8Zkmzi9rdt4NAgNi6CpIbsF98VfHy1y4Qise7cmbRR6q922zl/v37r/9+/7NT0IUkfJQrBGs6S6Yy2Nrr1gs53sYMU4rt6QxoEJmsV3UBk9sQhBkOj6GUmSHcGs1YcQl1kColB6EYT+v8q4Zpv71d1pUUOR8i+7BOog9M3XmMHcdctYF7UiSXTctM4UKRtHduCXfuvmD2FPtQZj/D46moBgKazrQtQsDzZn3L8s2XjepmVZr/K/af3/n74n9QSwMEFAACAAgA0VqPS03wALexAwAAOQ8AACcAAAB1bml2ZXJzYWwvZmxhc2hfcHVibGlzaGluZ19zZXR0aW5ncy54bWzlV19vGjkQf+dTWHvqY9kkTZo0WoiqBFRUAlzY3rVPkVkPrBuvvV3bUPp0n+Y+2H2SG6+BwEHbpT2qShWKwOOZ3/yfiaOrj5kgUyg0V7IRHNePAgIyUYzLSSN4E7efXgREGyoZFUpCI5AqIFfNWpTbkeA6HYIxyKoJwkh9mZtGkBqTX4bhbDarc50X7lYJaxBf1xOVhXkBGqSBIswFneOXmeeggwVCBQD8y5RciDVrNUIij3SrmBVAOEPLJXdOUdEWVKdB6NlGNHmYFMpKdq2EKkgxGTWC39on7rPk8VA3PAPpYqKbSHRkc0kZ484KKob8E5AU+CRFc89PAzLjzKSN4OTUoSB3uI1SYnvXqUO5VhgDaRbwGRjKqKH+6PUZ+Gj0kuBJbC5pxpMYb4jzvxHcxPfDbuemdd/rx63h/av4tutt2EMobr2N9xCKO3G3VYn/1btB667b6b2+j/v9btwZPEphiDY8jMLNEEQYKmWLBFYRiExqs5GkXGDR/ScuGgyWraDFBGLV5piVMRUaAvI+h8nvlgpu5ljdR1jdDwD5S51DYu5cHhqBKSwEj3AeEA3D5KxyfPZilePziw3XQ6/90a2dVkbUGJqkWA1IK02LwnXSkm2s5IZr7kxGSrCVQ5CNgPVoBms1Pnzgso2cxwEZYxIEuvqy4FQEhBt0PVkJazvShpuyl9rrnASxsOmB3A63QpGktNAbEV9F3VVy0vxTWcHIXFki+AMQowjmzmb4KwWyXvJkXKispGJTGqIFR41TDjNgVz6QHvBzit6hisyiJE6AXIDxGj5Y/omMYKwKxAU6xXmBdK49fn0v4Jxq/QhKlzY+8YXf6d203j5xDlI2pTLZExwTDlluDoJP50Qqs5TDcCTUaiiTwjgr76r4Vv/2NGieWeHT/H8nYw36gCk5jJZ9EvNVCyqrTem0bETXXCU0tiDHlHhMvEhwXHBpoSpgQiVRUswJTXAka9fWU66sRopvYA+tv91CL0+4LE8THG2osWBQVII8Oj55dnr2/PzixWU9/Oevv59+UWixrAaCOnV+W11/dr19ReoLS25Ltq2KzNUc29K6exMvFsz2CI5Ctxp2b4pyof2Mi6L/JsY4tarkc3DX+qMKXw8DVqnkWsNKcP0qXP3XVbju/BIcrC3ASibg0Jz4IYBjU/CMY7kcrAV+SEF+178uvpoPU5A/b8i+p4d/lYj50+r9sPFgiMKdby13k3HJM4yj2zerB1rz7PQInyA7r2o1RNt87jZr/wJQSwMEFAACAAgA0VqPSzgBcUK0AgAAVAoAACEAAAB1bml2ZXJzYWwvZmxhc2hfc2tpbl9zZXR0aW5ncy54bWyVVm1v2jAQ/r5fgdh30nUvbJKL1FImVWJrtVZ8d5IjsXDsyHbo+PfzK3EggQyrEn7ueXzn891RJHeELT5MJijjlItXUIqwQhokYBOS303TRinOZhlnCpiaMS4qTKeLjz/tByWWeU3F9yDGarY4g9bN3H7GSLyPr3OzhgQZr2rMDmte8FmKs10heMPyq6GVhxoEJWynmTc/5svVoANKpHpSUHViWn03a5ykFiAlmJC+rcy6qqI4BRo83djPSE3r6vLtT2R7IomysvtPZg3JalzASZJvzRrmM316VzA367JAwV+lqZ9vzRqkUnwA0T388YtZgwpeN/X/1EgteGES2tVcfsSjhnKc6/YzUd2YdVVgLmQcXX0Fnx5718eI5L/GfY9MuwpOX0xeTwaCefSUwkKJBlASds4mS/7+3CjdH8EeIy3nRcf8ghsZs1qs5f2Bd8LyiOSBlrHhtKlg6cKNiF285S+XD3ZSLLaYSs89YlGAAvYejCJswZb5W2f1jBmBLfOVkhyeGT2c0U8tThNe+AH7t7ycfG0FhvU25CvsgtV4Wpu+lZFrDwROxXNYSBPOG6nAvBpKLOZCSs5iQgzvSYEV4eyX4aUHexmJkhODL7T+skKKKAp91WZj1DM6fi+77xajt3ar0f0mtJdz+4nSI/xuipXCWVnp3yQ5nXid7hGdmGnSrzBDUtNBPLEtjzTW95CowmIH4o1zOtYN4wrk2OO5a60hOkqiHKCkP8vIH9KXftZUKYiVfjUCoWy6mOOVpCip/lMbAu+QdwUDRqdUpT6OYXKsygjwJQBYZOWxANzOmaqGKkJhD6H1I8DeeOhqSOoiHaq3e7WGrYorziOjStJPirZUYl7X0CPY6Lj6Fc4youwVTqW9WqfzwxCOju7M5TDOTPXFJAf4auocre3nSdSg+W/yH1BLAwQUAAIACADRWo9LOD/HHIQDAABKDgAAJgAAAHVuaXZlcnNhbC9odG1sX3B1Ymxpc2hpbmdfc2V0dGluZ3MueG1s3Vdfb9MwEH/vp7CCeKTZxmBjSjuhLdUqylrW8O9pcuNrY+bYIbZbyhOfhg/GJ+Ect91Kx0gRQwhVU5fz3e/ufnfnS6PjT7kgUyg1V7IV7DZ3AgIyVYzLSSt4nXQeHQZEGyoZFUpCK5AqIMftRlTYkeA6G4IxqKoJwkh9VJhWkBlTHIXhbDZrcl2U7lQJaxBfN1OVh0UJGqSBMiwEneOXmReggwVCDQD8y5VcmLUbDUIij/RSMSuAcIaRS+6SouLM5CIIvdaIpleTUlnJTpRQJSkno1bwoLPnPksdj3TKc5COEt1GoRObI8oYd0FQMeSfgWTAJxlGe7AfkBlnJmsFe/sOBbXDTZQK22dOHcqJQgqkWcDnYCijhvpH78/AJ6OXAi9ic0lzniZ4Qlz6reA0uRz2uqfx5Xk/iYeXZ8nLno9hC6MkfpdsYZR0k15cS//s/SC+6HXPX1wm/X4v6Q6urZCitQyjcJ2CCKlStkxhxUBkMpuPJOUCe+4HXjQY7FpBywkkqsOxKmMqNATkQwGTV5YKbubY3DvY3FcAxXNdQGouXB1agSktBNdwHhADw+Ksavzk2arGB4drqYfe+3Vat0YZUWNommE3oKwKLQpvipZqYyXXUnPPZKQEWyU0RpYF5vK85FQEhBvMLV2dGseA6XCB/Dvb3eZYmo3k0oyWeo3DFY+uN9P2W2UFI3NlieBXQIwiWA2b438ZkJtNTMalyiupoNoQLTgDMuUwA3bsqfGAP3P0Hl3kFi1xpAsBxnv4aPlnMoKxKhEX6BQvAJRz7fGbWwEXVOtrULqM8aFv5e75afzuoUuQsimV6ZbgWELIC3Mv+HROpDJLO6QjpVZDVRTGWXVWJ7fm75dB89wKX+Y/XYwb0PdYkvvxsk1hfhlBbbcZnVaD6IargsYR5FgSj4kHKY47lxbqAqZUEiXFnNAUL1ntxnrKldUo8QPsofXvR+jtCZfV0wT3MXosGZS1IHd29x7vP3l6cPjsqBl++/L10Z1Gi/UzENS58/vn5KcL6xdWd6ytDduOKnPXc2zD6+27dbEyNq/gKHQX9u13f7Wi/s7V33+dYOZxnQoNLuI3dfTOkYJaTRQPa8H162j1X9TRuvBrbXBjpdUKAa/BiR9rvAgFzzk2wL019V9psbtfL3wD/qEW+3dJuHPO/lsO/NPqPXztxTsKb/3N0kD5+u+/duM7UEsDBBQAAgAIANFaj0vQmuqLlwEAAB4GAAAfAAAAdW5pdmVyc2FsL2h0bWxfc2tpbl9zZXR0aW5ncy5qc42UTU8CMRCG7/yKTb0agviBejOCiQkHE7kZD2UZlg3dtmnLChL+uzsFYdudFTuX7Ztn3+lMM912kmqxlCWPydZ/+/1buPcaoObMCi5DXbToBerMinwGk7wAkUtgEVL+/nqUdyeCMmbSm04372hra35MEbQmNENoltBKQvsitDVqcy5sXfwOCjsUtS+o1uXpyjklu6mSDqTrSmUK7hl28eJXvb4IViWYM+icpxCYDvxqI0+OtwOMOpeqQnO5GatMdac8XWZGreSsLf9io8FU973cA72HwfMosBO5da8Oijjx6B6jndQGrIVD3rsRBgkLPgVR8+359QcaGDcLiugyt7n7pZ+uMOq05hk0u9THCDFZeTW4AUaTc7B2e+K6jxEQgm/ANKyGNxgBqPRK/+MCtVEZdqSBNnt+RIXis1xmh9Q9DJLDw6JtW/dOhfrjD1kwQioaoQUxkUXbu0FNfTy5jpxcG6UdU78KSpSUqChRU2J5FIPzuPglwf1HwrhzPF0U1QNRvY1VJ7hZgpkoJaoCPs8dNc7V2f0AUEsDBBQAAgAIANFaj0s9PC/RwQAAAOUBAAAaAAAAdW5pdmVyc2FsL2kxOG5fcHJlc2V0cy54bWydkbEKwjAQhvc+RbjdxG6lJHUT3Bx0lpqmGmkvJZdaH9+UinSRgEMg//F9PyQnd6++Y0/jyTpUkPMtMIPaNRZvCs6n/aYARqHGpu4cGgXogO2qTNq8wKM3ZAKxWIGk4B7CUAoxTRO3NPjYQK4bQywmrl0v4ukditkUw6LC4pb2L/szgyrLGJPX0XbhgFW8x7QgjLxWMDsXjdxi60D8AhqTAEyqwVACaH0CeAwJwI8rQIrvm+ekRwrxo2KQYrWeKnsDUEsDBBQAAgAIANFaj0vZnKM3dAAAAHQAAAAcAAAAdW5pdmVyc2FsL2xvY2FsX3NldHRpbmdzLnhtbLOxr8jNUShLLSrOzM+zVTLUM1BSSM1Lzk/JzEu3VQoNcdO1UFIoLknMS0nMyc9LtVXKy1dSsLfjssnJT07MCU4tKQEqLFYoyEmsTC0KSc0FMkpS/RJzgSpfzJj4or/9acfsZy39zyatfTZl39OZK5T07bgA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NFaj0tfiFvqaggAAJEgAAApAAAAdW5pdmVyc2FsL3NraW5fY3VzdG9taXphdGlvbl9zZXR0aW5ncy54bWy1Wktv48gRvudXNBQskACB9aBeDjQK+GjZxMiUVqTtmQSBQIltiTDJVsiWZrzQIYcFNrdFghwS5JRLkEuOOQVI/kuAnWz+RaqbpEXKkkzaE3FsDKvrq6quVz/kXnTvBuo6YtR3v7KZSwOTMOYGi6j/A4R6c+rRcBySiLCouqPcuoFDP+jBHeU0oEbMDhw7dFQ+GvVraCA+qNuRu1oX3ppKs4E6TdzAXaThlgpj55J2LqkwpjXqaq+6JyKWG5I5Cdhhqb1qbvQpQA8iEjI9cMjHvpTnzg7lZ3AR2o4LfFG/3eTPNtW61Zr8Qc16q9PC24YsSVIbqS2trtW2nc55R64jXGu2atJW6TakhoTqrVb9vL2tdxotCd4G522Q0sTnbdTsNJsNbdvADUAjWVa0hrrtSOf1ugzacPdc3Q4GSqdWQ/V6XWpq21ZbGig1BNwSyJClLnegpEmK1N7KilzvSmigDpRBc4s13FZbqNvA7Vpt21QUqVbbOXc3u6y7dtTC00nd+YzAgyE4OMpzq3oguXrzdRgCs0X8lWczggLbJ28q3//ht99/+813v/nTp6+//fS7v336/T+/++NfK0mKinROAalleWpMBDIX1z8orVcVYymjsC1bHFk6cp03ldmaMRqczWnAwOCzgIa+7VX6P4zzJ5ldESTdkLAM7s6ek526jvgUhSW6IKfhOQWaU39lBw9DuqBnM3t+vwjpOnAKmbl8WJHQc4N74K6dd1R8UpHnRkxnxM/Zh7v8KQ5bQc+KCDevjflTCOnZM+KlGmviUwK3U/m8R/agGzdymYDKdf6cgq7sBdkLQIM/pzEBaMmDOvx5HsTIRwbsEm8Bp3V49gMJ80rilnkSRVfrVdl8WoV0wZ2dxz0f6EecR6EDBQtuYY0/hUB8glxhoSglbhPz1/YYk9f9XtLzQQsEN9tcEpIQOVam6uhqLBvvp8PRxWiq6BeVvhpXJeJl+aNGu/ux3mr/uFdNcAUlmVfycJiXhYSwVq2YLMOajIZTEIiHUwO/syp9/rs0dHRtDXUDV/rJf0oLGE/wTaXPfxeBXk8m2LCm5lDX8FQ3p8bIEn4ZYgtrlf57ukZLe0MQo2jjkg+ILQmC9uyGBEWe64gB3rLdYE0K6NNGV7JuTCfYtCa6aukjo9I3aRg+/ERIttdsCcmztCPkuJE984gj1EKKiHHeXkC72KMh+MeWLnBS33aDsyLaJ/KtblxMrdFoaE6xoaWUSh8HDtJCm2sqL2gim3gCMkIb1vKXwaci+4QEJHteaSGX+sXlEH4sbsilu1h68MNeYM0YQ0jGJCgAhMTBE8g607wdTTTuQ1CIbLSyo+gDDZ1c0mRDV0C2bqgjSE3Vysi3uJhUNgTeDeaQOmTOCsi7wqYpX+CpMnoHOQ61OSoJGr2FknxbEvQem1BD2CwAM+Qb/ULmFcHLMC2QtAbnNs937wHZ8znguDc3Ll1HQOEehjIR1RidldZk4i+vIZC6PDxS7bFgcLZ4W7gbAqaEDixzBXRBG1KxxrPry2v959OBrA+xNoV000a3U0t0Sa7Utx9QQBmynY0dzAmakbm9hkp4gDHHdcQYj7ww4Vdr9ytks6T/fJG0LkPD7754gUm5hnfAMtgxgzLYpqzYc9q525IZvNAQnutHrSjigBebYKrYkCf66POEKHL9tRd36c8RqEfjygbrWTte76/iYfs/GGPGLVjRoaMpLi0FwrAS8yUHFk+vFFA3BqBuHPdzaPj8lFpKgDFKZBgUvULMDXguZ8gNeLSciFusmLoFm61bMuOnjwJgUatx1A7Hm58RPQKH9MdSnZE7Cvslj9ibeCMDa5cIf5EoZ7ZKuaXF0q0hGG6AzEWcVCDVc31+hiom9voKp66IV4PcfG7p2nNEdXvuvVgRwM9rnzzdh92F1BdUz47SvI4XpZ+90pB4ipNY77jcBuKxQAvHKlOfr4qYieWJejlVZUPF/ETB69krjoPq4D4ZWuZ0KCtcApSJb7P5ElbhO37OKy4rPhFoeCCDvGTyJrHD+fLfv/5LcTF79sRUlFB/WlYOFD/vmvhR3i8Mykj0ywJyLFnJQ8VLQWByoEqh//nXP/77578XweqQn5/lxGLHq5JPfX7DVUg1VEASRdmyZPXyCorEFDVB1yFsBUsKuZInb6Hvia1+pX9lh/fQNy1KvbKChON5arLSNuxOuGvmuQEpCX/1QsQnb+njqaxp4ugPJeq58/t49XXg/JLc8iGPLsrIUy9lA5rznkjiuKy8TLG2pU0LOkL8vusHm4NL3SNhd5/i2dDCWe56JmAh9cb8YuvpTS4w8Hs4SOM+C/mJPn3LckRL+iGJXcKVpexzjsGEMd8qZnh3tH3uCS8dJ8OaEPb5bqgHi4IaTybDnqfvo1RVEde+/TvbixLEI+2J4XDGSoYylu+I+/wG+cie8GeI+/wmX1BGcKh7AtofySLTqzjFDrP0IoEDHhKIFpXwpG95Hm7BkF/JRhmTEkKe06cO6Yt10XJ9ktQyp2UNrh6xuBc8bl2uOGb2IKYd8a8ccgO73K2eTt4ec5lHjme2mAfUXzb64v1Q+ic8h/I//upg3xkxFbGHFXlTgUOIPV/yNh9VUCLjTYW7M/5+5hhulTYz3ssySGHNaagvmrno5aVUBryFl1NF41I/DepVn/ipVz0VoV4i9ngAg7U/IyGGHHBJmpx5WpZ7md6C3YjNaB52ZDCLZ0sQHcDpKMVkCLm0Ehuqx6SK37IMsK1krkc2JG1UGULGN6en34ugOE7ntsyG5I5lszuhlC6CpNPtUjHLnR84ChOnsYO4eKRk0TF7FonpH+hW6dKTUXZgNUrbNM/3LGtMyGXuAWXAeywAvWp2lYUu9eRb1n0aQEHe0b86+B9QSwMEFAACAAgA0VqPS+9ftoEPFgAASHUAABcAAAB1bml2ZXJzYWwvdW5pdmVyc2FsLnBuZ+3da1hSWb8AcMtuY95mpryUik3TZbqZ42ipKdplmrLUMk0zJcUkw2sGKAiUltpU+nbzUipdpsy8kJriDdE0qZykJhUShYzUhAAVN6Cw4dCpec/M1Puc53w437bPI4rutX9rr73W2v/1/8A64+u93chgkYGenp7Rjl+27tXTm9Wup6ffOW+O7i/3W/1v6H7MSNy7fbNeRZfVqO7NLJTnbk89vcrs+eqw2br3X8X/EpSop2fc9uF7BjPuboSe3vGBHVs99yWFigd8zq7BDXQMyq6mzGjWo6XOT1iKWnFztdFW332b32wO95hn4BmybcGZuq++yzu9c8GpX+bN+vrS7p9s897fHDcBlYXKTr8fSqf3+4OoBlWzsdVPxYThyX0Ih5ey+lLVJo4RiS7rcm3cwEtCKvrQ1AGQNHRlvxpraHHoxIw5/3ip6PIQBfc03Es2Irsd0Y6PwLVTQvf1rd73Iz4/1iIw/HrffhXGvJ2HF6213zV6+AvH1EXp97QI2Wk4PlFxB/582ennmMsRnx11yLbNo+b+XGDTTlxSh7WEhIU7tOjpG67/y4tHw8mjYSYkrYo/P9w740vVyVzvu/a9J37h5Phqwd+KfiyfM8NzF3j+LqP5/mFiWCK5kWH59/JyS9P2Wfae575w4h9tM2fAZvM2H1ryeZN57jL9tv3zpjy5Uj/VYmzP63K9AL3PTvi/QQaHZkMQBEEQBEEQBEEQBEEQBEEQBEEQBEEQBEEQBEEQBEEQBEEQBEEQBEEQBEEQBEEQBEEQBEEQBEEQBEEQBEEQBEEQBEEQBEEQBEEQBEEQBEEQBEEQBEEQBEEQBEEQBEEQBEEQBEEQBEEQBEEQBEEQBEEQBEEQBEEQBEEQBEEQBEEQBEEQBEEQBEEQBP3/QWOv48gqblcc8wsf/X7I9tEJ2+XzDG5+4XPfL8/wNFSuHPvhNpcZ1RP2j3KHeLpymV+F/+dywrrTpz4DdXXcZYr8vCI3DeeFt2w/SZsZOOOzKnroGmOW/Req/vSE7ZyUBUmrTyw88X+Aog3C4xigXDI1QuG7gZMvG5kwcori8dJsJf2NRbd9KXI/837WUP3TScf+OAUmugsDUxLKTP92iS2jhoZkCX04YM+z6yS4oj+xtMGTqAacxGIqaFFQda3MODyueWpY4oWYvqhX+90JsX4gsyprtIRhGyoAsRXIRCFSClIk1wqRIs6Pf206h7FpEZX/docrUJ1AjHYTYQqD3zti3vx+MZuBS+nIpRqHs9xVZRbY3yx6NwdZv6zB9feJECIQew8puwUDj+xn5Fox7VIG5zeyQwlicoWqFAEeVTyLI8kkChxDNbBNin7CH3EB497ZMdQTKqamGA6Ozs0Cx0glomfWrAZWH6jIZaiH9NnBBEaXpXMH/0XjWp9N4+2xfGby3WIkJagBWONLu6VNTnhHFIutkX/uVRCpj/nm8Vp4mtiVP+WtQHU1dDlSvq6V1rKJhPeXzgTMrQwuO68wuvOhCcYO6ur7K9LvwpstsOnnIYZBx/ph7ilKOLs0L4AcOn6bRH67FFav4i+TsjDG5Ot7mM2bA61lLJK8GqdlZKFPl2MR3YdhKg4zEhlJDwkp5tVWsCW5x/ZcKDldM62lq6Kf/tIYk6G2VsV6EcsA+8tDfq9cgfzbXqyZGFdjbcGoJbYe+funJmdHX+94uYKSMhGJ9EWb0VXvmrkdJVpNQ3b2VJVfaRqnBN7SreCnEd8NsVMOmoCcjDjEjBtvtoPSi7YBqPTdsy+4LD1isaQvaBOzqZzHnky7aNbQN15SfWtVag+ZdqJ7XakySOEP4rb9jqXUXO+t2G/TZ5m2MC8ddY6obIMVnTsqjhk5Fw26CpFHUN9LGtcC9htYxQbhIxurjz8Juh6bMfdds82/u4fKsFu0K0TGavKKI0hlh0ZV9cOiHuKAq7GXnXl7lnqSWX4/hxcWTKUB2JCH3Bgwr5hX4VYTHdVy7/qPpJ28bhUmnTPV7EkrXmIszTDYDvAFvkE37hbS/cOqt1F/PdhGi7NZtfU8S34UNbPLucChCpDeZVAL5LFeZyPpXNzjEZZz15qQY2Z3uQnNLOqWpqRgxbef+m1/xkl8TImXsh6wot3ApbASFktU0sBp/FE60j93fngq5xF5PHBmshiTM6fSRR+lnt4rYJR+t8t1fpRYHA8CJovuSBrN2jsSjli035l5QFUtdy+u4M/3Tvy5L6ZvGreGvlbnZ1YmEqtFAz/TkODIDmleQ7/9pz0zTgav9/WhNA6xjRbDjSUDqBF8fwqf7OOGqcKtyTm4TjdDpXLIT8f6V3R2o7fUiAJWlnY+ui9zz6t7YOuE2mpKiBhn5/A2lCYS2waOuWIdGKSxNNgajZLt/nx0wDuXokBfFIiTPu6pEU+eEzu17W2xjb6irFCUIFumdmO5Kfpb93yYrZ20z7EVPqm8FWBOZ27BkgCfKwWEwspfw4ADEV6h8cROscxJxt8nispum+ecYlQ5LRtk2Ljofhm0Ly+uM9YOPZcvCgdQYuBxH6Cgp3Pcl2ZorL3iOomUJXK6lBineLqa+l6jZMIltT9fL1J4TR1wwLjewXN6BfcnH+0lMDuHFIrr/ZW49x/35thIOWmOSBl/Q85xkws4RVSklpir0YTiR2+n3eTQZ1XGEUXBjRTwPQrHIE9covRvOz14sgIO03q84N2pCGZwuT5gXEhoHCL3PB+nIvQNAXwx2GOCbePaN3mDySppCUPmu9KNkxFKeidGx8E1g3FKkiIE+5hPfsd0B+ReqYH1R6jOTiTYwtBVmTXkw1UanEWgd8I1OkvRXN+bUPFLj+TaoF/A6vQecG9r1bZOs8fpdvfgKdfw8LZ3/kvQSieBh1MTDP/zgbpgGc4QsY/8JKaeais/H5eCVHyYs/QpcqAmoXMEz5LnKJxxwcI5LDpjLQ2pxsSJ7C14d3ji+KkpmyOuvVmOHztpbtTrbq3BVA6TMpJ0rYiZ2J/uNe2aoykFEpniMs9o4dy78rats6lhx0uqjToulFUEs0v5KlLPECAXT/vhAhub1qGl0kIc75URoik5qbAh9EMbqHwXfGqDxhrbgFZk0vIX3eOFhFUHCfciQtzVAwRyBi+Dp9EyLNmVFcXf90rNWnTTw7yedaUOjD6KCWIf41EVlj5IZL/xDwm4Ec1nvOYQdsYM1NaQtxP2gA0DXrGdzStxd/PrqYsBzEQ5jYfXeoWB2hKH9qNjdzuP7uIoHirpXN08sB90E1AHBPHkp7YB/O1CwsBV7qbmWGlSnfpHWF4jot/u40AtYHnQ07t7mcF+K+oMfbIsKSf8sqNKLc/BBM8Kf/PLJnJVefhhD9dXKI5HDmmNG9KLz6qr6WZuVFcPfrUDGKFfShMqe8YtKBH7pDRNk80tqWtJVGflEZriX+xvXdGmaPhvD2AFwrQK/WBGuv09DQFhes3gsMCf5GVaylDQGKBYZTqcyjGLoNNGW90nJ3h8xuREsPOW988Fo2KW4llXZTMD6abAhG00fu+69F7RTme1PwJRHL5H6h46DZQ0F3crLsrRq04VCg0rpzl91PG6qkk5TQRkZXRKpYkP/93568j6QN8eNAxxHmbuXfj2j5vPm7+NF46L+598JybW5rywyc3KGJSvOVuPqharOHhNrVVuyaXLQnvN2KxbvCeegAW5H7Mqy4jb1XzpqjEx51Gv7uqCTRfDzg1aA2cR6jcSzgM8nqLrNN5xNAw/aG7wayP+nbmq550mdGIiZVLVfN9KJN00iVTIFdrdncT4QkVr90j8YvsO/YfdmJHm0fOMQSDlvepAlXSxqD41UMVz3OQEeKD4QQkZm56PWtvlIkZGrqmegR0fYwJ+Sym1Ge9rWMo8JOD5LolWotZmGsGqA5qOsv51ZAn6XrAhTFDTejxJ7k+PAe8xfw0mhUosX024cwWj08o+Lmt2JVHKoO8m9gMb62a3JijRTFzKN905XPeUa1UvXN0FnSyz9r7W/FVkZLxiYfsiTnriqN/y7ITtFXRBb6jW92BqoPasrE/VDli/9NqwHsDcKgT8+esVsylOqYasq1cJIUxewsbvM2scHnZoXQF3Wn/WeNRYTVbPBu2WIpdXjdbrFDVpn4KvvUZWAsSVAqGRuKwcf27jwnYhi3tmk3iUSLft7bq6qINqxq/VLN1FVxE7WWDbyXrg6lrPMo0EaxXs9YpNznqxJx0W9+qdNczzPUN77203OrNm5IFZZqqLue5EGQzRt8j5m1CZblXv6sq3iadtbNfHW+mruqaFxIHF7qfv01IBCdXLONyPVm6jtppwCacLBicESqyV9fZPWzixWm7AcTSH9lX9D9gr4m6UznkWZlpKmQpeaoEoplNKUKsNl/q6lpa5OUW3vtvH+p5zLOUAp5QbwLxO17zqrh7pgEk3Hq2ZF8heXJTg1BRS7LKlTJNVQ3mJct1SduX5IPp4TdofRZHH+D750fGLT4Utq+AKf7gkLQx1UTueokur1lLyxDG9NzVtMM19lZzGICrObFKHkANyy4nkCjKRv3IAxaxnyWdX8mRq7tmjtZiSwhuYMofq4a4D1mSiC2AZ7sWoLU8+P4+ULWAnHLf6NBjc9L1ghBjLfdz5D2mHHNTbf1u1oMdhWXr2qDAhEpxSnsoffIVY+1uPtrbYy9vxwm3YftbkHwoHjXOze7o8gc10xqUHSt9eH/RbNtKld9YwXNxl91PbUIqSeqVmZx/pumUotTBmvYY9d7jo1/qhbQDXJElg/gIdOKuy0zh8YePTVyh3Wf4Au1leM+Dn4wac5Ge7yTkSP8p09wDmVCVXNcxRDb+eABRTS1CZNbQYk5kX0wKJ2qt4g6H+oIiyCpowzzny4+QVYZGkHmeau3XeNW9PR2WeX9ym/OFSufM5ypIXhKcRA+mDZ5/RLp3q0H4juJrZk9g8TDSaO2xGPYCzVFy+vTZCObFKnI8TcI/fsw1wwjNHeEU/Bs0NU6btWX1WfLo3vW5R3aoqMb68Ocsk0i5z4WRJ8YYut8NVdO3gS2KHZ/TBbSKGSTL+9xw/VS/vRbC7vRxc339z6HbBEjmbocEo6lnE2P0vSptbfgdJw/koSYUfu5wWRLAKgQsWl6um6KpkIdpD1eeMM5hUxvTl16pCNz7ANRFMjtzx9ofNrRvPD2e6+8VInIzn5oQtQFMda4ewk1m5ncTC8D+DHMexh/PtrJZligngvRK2KTo7iql9+vYiu3VRUVTtpP1kP7KTBzYMjWjCOIuLBh2By090g95NRgUu9MZ3lL/d51kWPZnFousCsCT/bcGz0PB2Q23PaeyJDJ/qEtHClpLigm5Pqr47aU+DQbTf4L3TNGxyaa1Asce0j2vCOp6Hp6RyCNTZWIpPfll1qw1x8gXdPtriibABcELDww7y085+r+/HH0vXXgyXRl1qM++lTLvweWRp3jqww13TbG8sF4u6nWGHuvmOmyIBkKppJMIWtKfsHp3COS/9eH9Tnre89IETfReICl85Kqi7aim4DF1MoLuShO/RqPQeriI0g6aoo6FuKOSJK+iGcbIx+xRVIHelO+6Yb81VuYlXTexLd8n4etKvtgHL8cxI4US1LpDKcV0+GlPbn4zmDQcyjyEmG3RhxESnHd9t4TF+fphfLvHNtxQOqAuseKAEx5Cpnma1mpCVbY3FHdNuZMOjZ4JkjuHChkTEhvTV7IMLSln1ZkQhWUGPPyLFVkxN+/MPKR7d8XPDVOMWZ+yJVrugBDSxtUmuqjXz05R30agJlHMJsGC5Ta5/9yvzO8KEye4dG8QwHjqbPOKdYzm30mCruAEduh/bGd+n4hSvo7jYAOfqB8/AE1dY1Yi67Uu0cJtWrsrSffcDa/4WwSFVoHDk3I+VQ4mbTVVShkv97C57fmRnIW04JgsTbGef2XN2iI1OP39rP3GvZiKX0aQaCH1NSCqkkoDSRjvyVGc458qj+2brH90nmR7UXdxuU7SPAo0wOQpEaWfqwj6C+AQ2WYr5Bk9LFLOp2HRp/0ysxKG9j7/BPS1mXdeHpy1o2v5pUTI6J5QI9KR1fROsUk7sreA38u2GsEUybNPkH17XwgOtvXSL8Eal3fd0n2kf8vRLnPa7jvVY/3wbypQ/2anJuzBgajybfFAXPsfKd1XzRrylE0T+46MDR6m31ysWhWLu9Cq37WTVHI+ZWp7yePwdSBRkbgRczomJk7F/rYWhOkahlrEQalYVnZmJtpMOSNF8fg1C+wpFGbBqm1U5/0zY6fsfntBUS7wUSVaODWoLrJ0UPz0eD4qAge+2z/6QLFCxXKqGDSsHR58svJrhc6PsuZ92QBM1ugxBwFMEXjymfUXiPa69eVvBkuGM/CLnXIeHH3MBJH0f96mIfQtEyRs7kG/QyTCAujOWeC/CNavLtPFfK3v/e/mYiu98tTQ1cBh9PfnpW9Dt8AQH4YNH8LNAxQDbb3kuyUr3MDoGt7L/c7UntUySPdtggnervJ3NWjeEp6vAvbEjzrFMEVW3RDmzLTXPFju+ja7Y8WGA4MuLxoPCBeyvZZefiIyjUjmjaZxm84fw3g310666yutWkqDb0nWoj+mYkwf1gUV7mfho/Ki0eET9R5y2MpZ/1q6ZA1rexJUJj328ZTZuj3Xzdffbs0KtegROhv/ao4XBQ6pC92lfbIcBl3f45E9efpJfvKs3cSIb2I2WgGuSeQzuBZUeTQHwh6L/TGhYbmQKHvnB14VOaAi83KZsNKPrIgWGZ0bJ/JazKrsRKusHcrmd85bwUWsXHB1N5+dYXUNop9k4T6RVE14LPvEhHVOAUjLCtPGhrfwaXz0cubS3sitF9aFSY0ePCf2ei2SNmiweewOtTX+g6Os/b4uePmB4vQZ+FvESEDlW47tELuxJ+3J6OQamyGq92rmfsiRnbyibZ59xUJt3OlHSxehVxYxWTr0xZ9QR3lcyzbZXNsTSn131MWMDu51eeLht0C4wWSckVny4ykGZ3biMxfzd7SPUaVSA3+r2FqVBNokvUs5TgRHNMiZqNK95ODESY9qIifCSZCJDRxbghAtOoJv4vVbXPuwouZ+6TH6FmnI4bgHhfx4ZsidvGjoZls4BWQv/mlQr4Hqcv8uefn+XWBg2yupgKxO1F5v3wrRX7YkljT2eZbzxkpzpZXPf5FRUyw3P3MYJ+4GKURL3WPSq+B7RmR6/R0Iy0ydfPc1mkBQ/NTbsMpQ9m3rOWhHHMv2Lkot6fZUkCfljQ68mukAzTp0q6F/Q3queXUFIRtjGgu7Jg6fNsR+SQZLBtgyY8kNkMjDNlApkzsx/ZAB1QyKV8zujYk6Wnc3n+cGWmEUfcpWoXfb//I+e/p45s+xf32pZraIFyQeokv3/yH86zrFR6zqD+datX0gHnjg5T7/noY1aANNmKg+x921m+1+x/Pwg7k++a9+3MrRgnOeuGZH/aTfMVgmcUbAMe+2R3xMs48fPK6qNu74oEGyYHw6IKFo1auvsUy3mM7+QomR51FDlItA2gDxGJYNohaRRaoD0vvClXTjrvtL/uH8oCLO7LTyT9KbnvZ7ua8c2760Vmw+l/hdQSwMEFAACAAgA0VqPSzeoczFKAAAAawAAABsAAAB1bml2ZXJzYWwvdW5pdmVyc2FsLnBuZy54bWyzsa/IzVEoSy0qzszPs1Uy1DNQsrfj5bIpKEoty0wtV6gAigEFIUBJoRLINUJwyzNTSjJAKizNEIIZqZnpGSW2ShaW5nBBfaCZAFBLAQIAABQAAgAIANFaj0u27fNMcQQAAAQRAAAdAAAAAAAAAAEAAAAAAAAAAAB1bml2ZXJzYWwvY29tbW9uX21lc3NhZ2VzLmxuZ1BLAQIAABQAAgAIANFaj0tN8AC3sQMAADkPAAAnAAAAAAAAAAEAAAAAAKwEAAB1bml2ZXJzYWwvZmxhc2hfcHVibGlzaGluZ19zZXR0aW5ncy54bWxQSwECAAAUAAIACADRWo9LOAFxQrQCAABUCgAAIQAAAAAAAAABAAAAAACiCAAAdW5pdmVyc2FsL2ZsYXNoX3NraW5fc2V0dGluZ3MueG1sUEsBAgAAFAACAAgA0VqPSzg/xxyEAwAASg4AACYAAAAAAAAAAQAAAAAAlQsAAHVuaXZlcnNhbC9odG1sX3B1Ymxpc2hpbmdfc2V0dGluZ3MueG1sUEsBAgAAFAACAAgA0VqPS9Ca6ouXAQAAHgYAAB8AAAAAAAAAAQAAAAAAXQ8AAHVuaXZlcnNhbC9odG1sX3NraW5fc2V0dGluZ3MuanNQSwECAAAUAAIACADRWo9LPTwv0cEAAADlAQAAGgAAAAAAAAABAAAAAAAxEQAAdW5pdmVyc2FsL2kxOG5fcHJlc2V0cy54bWxQSwECAAAUAAIACADRWo9L2ZyjN3QAAAB0AAAAHAAAAAAAAAABAAAAAAAqEgAAdW5pdmVyc2FsL2xvY2FsX3NldHRpbmdzLnhtbFBLAQIAABQAAgAIAESUV0cjtE77+wIAALAIAAAUAAAAAAAAAAEAAAAAANgSAAB1bml2ZXJzYWwvcGxheWVyLnhtbFBLAQIAABQAAgAIANFaj0tfiFvqaggAAJEgAAApAAAAAAAAAAEAAAAAAAUWAAB1bml2ZXJzYWwvc2tpbl9jdXN0b21pemF0aW9uX3NldHRpbmdzLnhtbFBLAQIAABQAAgAIANFaj0vvX7aBDxYAAEh1AAAXAAAAAAAAAAAAAAAAALYeAAB1bml2ZXJzYWwvdW5pdmVyc2FsLnBuZ1BLAQIAABQAAgAIANFaj0s3qHMxSgAAAGsAAAAbAAAAAAAAAAEAAAAAAPo0AAB1bml2ZXJzYWwvdW5pdmVyc2FsLnBuZy54bWxQSwUGAAAAAAsACwBJAwAAfTU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主题">
  <a:themeElements>
    <a:clrScheme name="自定义 15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47ABA"/>
      </a:accent1>
      <a:accent2>
        <a:srgbClr val="8AA3D2"/>
      </a:accent2>
      <a:accent3>
        <a:srgbClr val="647ABA"/>
      </a:accent3>
      <a:accent4>
        <a:srgbClr val="8AA3D2"/>
      </a:accent4>
      <a:accent5>
        <a:srgbClr val="647ABA"/>
      </a:accent5>
      <a:accent6>
        <a:srgbClr val="8AA3D2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238</Words>
  <Application>Microsoft Office PowerPoint</Application>
  <PresentationFormat>自定义</PresentationFormat>
  <Paragraphs>100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Meiryo</vt:lpstr>
      <vt:lpstr>微软雅黑</vt:lpstr>
      <vt:lpstr>Agency FB</vt:lpstr>
      <vt:lpstr>Arial</vt:lpstr>
      <vt:lpstr>Calibri</vt:lpstr>
      <vt:lpstr>Impact</vt:lpstr>
      <vt:lpstr>Roboto Condensed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低多边形创意山峰商业计划书PPT模板</dc:title>
  <dc:creator>Administrator</dc:creator>
  <cp:lastModifiedBy>deng wenwu</cp:lastModifiedBy>
  <cp:revision>278</cp:revision>
  <dcterms:created xsi:type="dcterms:W3CDTF">2017-06-18T09:47:48Z</dcterms:created>
  <dcterms:modified xsi:type="dcterms:W3CDTF">2020-03-13T13:07:50Z</dcterms:modified>
</cp:coreProperties>
</file>