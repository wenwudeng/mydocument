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9" r:id="rId2"/>
  </p:sldMasterIdLst>
  <p:notesMasterIdLst>
    <p:notesMasterId r:id="rId17"/>
  </p:notesMasterIdLst>
  <p:handoutMasterIdLst>
    <p:handoutMasterId r:id="rId18"/>
  </p:handoutMasterIdLst>
  <p:sldIdLst>
    <p:sldId id="256" r:id="rId3"/>
    <p:sldId id="347" r:id="rId4"/>
    <p:sldId id="260" r:id="rId5"/>
    <p:sldId id="333" r:id="rId6"/>
    <p:sldId id="338" r:id="rId7"/>
    <p:sldId id="336" r:id="rId8"/>
    <p:sldId id="277" r:id="rId9"/>
    <p:sldId id="334" r:id="rId10"/>
    <p:sldId id="339" r:id="rId11"/>
    <p:sldId id="341" r:id="rId12"/>
    <p:sldId id="335" r:id="rId13"/>
    <p:sldId id="344" r:id="rId14"/>
    <p:sldId id="345" r:id="rId15"/>
    <p:sldId id="346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功能页" id="{693917CD-5AF3-4346-A7D9-29DBE4118541}">
          <p14:sldIdLst>
            <p14:sldId id="256"/>
            <p14:sldId id="347"/>
            <p14:sldId id="260"/>
            <p14:sldId id="333"/>
            <p14:sldId id="338"/>
            <p14:sldId id="336"/>
            <p14:sldId id="277"/>
            <p14:sldId id="334"/>
            <p14:sldId id="339"/>
            <p14:sldId id="341"/>
            <p14:sldId id="335"/>
            <p14:sldId id="344"/>
            <p14:sldId id="345"/>
            <p14:sldId id="346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6" pos="7242" userDrawn="1">
          <p15:clr>
            <a:srgbClr val="A4A3A4"/>
          </p15:clr>
        </p15:guide>
        <p15:guide id="7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93EF"/>
    <a:srgbClr val="2A85D6"/>
    <a:srgbClr val="FFFFFF"/>
    <a:srgbClr val="71246B"/>
    <a:srgbClr val="F5F5F5"/>
    <a:srgbClr val="F9EBF8"/>
    <a:srgbClr val="2B89B8"/>
    <a:srgbClr val="014099"/>
    <a:srgbClr val="BE3CB5"/>
    <a:srgbClr val="DAB3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695B8F-56EF-4D72-9833-2BCA9717898A}" v="360" dt="2019-07-18T06:37:40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07" autoAdjust="0"/>
    <p:restoredTop sz="95226" autoAdjust="0"/>
  </p:normalViewPr>
  <p:slideViewPr>
    <p:cSldViewPr snapToGrid="0" showGuides="1">
      <p:cViewPr varScale="1">
        <p:scale>
          <a:sx n="84" d="100"/>
          <a:sy n="84" d="100"/>
        </p:scale>
        <p:origin x="720" y="67"/>
      </p:cViewPr>
      <p:guideLst>
        <p:guide pos="3840"/>
        <p:guide pos="7242"/>
        <p:guide orient="horz" pos="2160"/>
      </p:guideLst>
    </p:cSldViewPr>
  </p:slideViewPr>
  <p:outlineViewPr>
    <p:cViewPr>
      <p:scale>
        <a:sx n="33" d="100"/>
        <a:sy n="33" d="100"/>
      </p:scale>
      <p:origin x="0" y="-380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 showGuides="1">
      <p:cViewPr varScale="1">
        <p:scale>
          <a:sx n="64" d="100"/>
          <a:sy n="64" d="100"/>
        </p:scale>
        <p:origin x="1998" y="90"/>
      </p:cViewPr>
      <p:guideLst/>
    </p:cSldViewPr>
  </p:notes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nxuan Liu" userId="586587b3-05dd-4d6e-b7f9-09287e9fa419" providerId="ADAL" clId="{2F695B8F-56EF-4D72-9833-2BCA9717898A}"/>
    <pc:docChg chg="undo custSel delSld modSld modMainMaster">
      <pc:chgData name="Yunxuan Liu" userId="586587b3-05dd-4d6e-b7f9-09287e9fa419" providerId="ADAL" clId="{2F695B8F-56EF-4D72-9833-2BCA9717898A}" dt="2019-07-18T06:37:40.929" v="571"/>
      <pc:docMkLst>
        <pc:docMk/>
      </pc:docMkLst>
      <pc:sldChg chg="addSp delSp modSp">
        <pc:chgData name="Yunxuan Liu" userId="586587b3-05dd-4d6e-b7f9-09287e9fa419" providerId="ADAL" clId="{2F695B8F-56EF-4D72-9833-2BCA9717898A}" dt="2019-07-18T06:33:47.266" v="289"/>
        <pc:sldMkLst>
          <pc:docMk/>
          <pc:sldMk cId="3749611254" sldId="256"/>
        </pc:sldMkLst>
        <pc:picChg chg="add del mod">
          <ac:chgData name="Yunxuan Liu" userId="586587b3-05dd-4d6e-b7f9-09287e9fa419" providerId="ADAL" clId="{2F695B8F-56EF-4D72-9833-2BCA9717898A}" dt="2019-07-18T06:33:37.386" v="284" actId="478"/>
          <ac:picMkLst>
            <pc:docMk/>
            <pc:sldMk cId="3749611254" sldId="256"/>
            <ac:picMk id="10" creationId="{B3158A2F-4479-46E8-9CDA-6AEB43CDDE31}"/>
          </ac:picMkLst>
        </pc:picChg>
        <pc:picChg chg="add mod">
          <ac:chgData name="Yunxuan Liu" userId="586587b3-05dd-4d6e-b7f9-09287e9fa419" providerId="ADAL" clId="{2F695B8F-56EF-4D72-9833-2BCA9717898A}" dt="2019-07-18T06:33:47.266" v="289"/>
          <ac:picMkLst>
            <pc:docMk/>
            <pc:sldMk cId="3749611254" sldId="256"/>
            <ac:picMk id="11" creationId="{D1819FCF-C710-4572-B8EB-59AFEFF4390E}"/>
          </ac:picMkLst>
        </pc:picChg>
      </pc:sldChg>
      <pc:sldChg chg="addSp delSp modSp del">
        <pc:chgData name="Yunxuan Liu" userId="586587b3-05dd-4d6e-b7f9-09287e9fa419" providerId="ADAL" clId="{2F695B8F-56EF-4D72-9833-2BCA9717898A}" dt="2019-07-18T06:33:57.842" v="481" actId="478"/>
        <pc:sldMkLst>
          <pc:docMk/>
          <pc:sldMk cId="2086206725" sldId="257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086206725" sldId="257"/>
            <ac:picMk id="3" creationId="{6124763B-AB22-4F20-AFA3-576DF71D2097}"/>
          </ac:picMkLst>
        </pc:picChg>
        <pc:picChg chg="add del mod">
          <ac:chgData name="Yunxuan Liu" userId="586587b3-05dd-4d6e-b7f9-09287e9fa419" providerId="ADAL" clId="{2F695B8F-56EF-4D72-9833-2BCA9717898A}" dt="2019-07-18T06:33:57.842" v="481" actId="478"/>
          <ac:picMkLst>
            <pc:docMk/>
            <pc:sldMk cId="2086206725" sldId="257"/>
            <ac:picMk id="4" creationId="{EBE1B1D5-1C26-48C5-86BB-2668F0310636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3:47.631" v="299"/>
        <pc:sldMkLst>
          <pc:docMk/>
          <pc:sldMk cId="925891810" sldId="260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925891810" sldId="260"/>
            <ac:picMk id="30" creationId="{FC3A9577-C001-4ACB-95C5-83620DE82885}"/>
          </ac:picMkLst>
        </pc:picChg>
        <pc:picChg chg="add mod">
          <ac:chgData name="Yunxuan Liu" userId="586587b3-05dd-4d6e-b7f9-09287e9fa419" providerId="ADAL" clId="{2F695B8F-56EF-4D72-9833-2BCA9717898A}" dt="2019-07-18T06:33:47.631" v="299"/>
          <ac:picMkLst>
            <pc:docMk/>
            <pc:sldMk cId="925891810" sldId="260"/>
            <ac:picMk id="37" creationId="{0787CA5F-5BCD-47D5-AADD-9D6F70B58BE9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5:57.438" v="511"/>
        <pc:sldMkLst>
          <pc:docMk/>
          <pc:sldMk cId="819366655" sldId="261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819366655" sldId="261"/>
            <ac:picMk id="16" creationId="{C4502739-3017-4421-91B2-132CCF9AC2F9}"/>
          </ac:picMkLst>
        </pc:picChg>
        <pc:picChg chg="add del">
          <ac:chgData name="Yunxuan Liu" userId="586587b3-05dd-4d6e-b7f9-09287e9fa419" providerId="ADAL" clId="{2F695B8F-56EF-4D72-9833-2BCA9717898A}" dt="2019-07-18T06:33:21.697" v="277"/>
          <ac:picMkLst>
            <pc:docMk/>
            <pc:sldMk cId="819366655" sldId="261"/>
            <ac:picMk id="17" creationId="{2944B477-722A-43D2-9F55-74CE793D5E1C}"/>
          </ac:picMkLst>
        </pc:picChg>
        <pc:picChg chg="add del mod">
          <ac:chgData name="Yunxuan Liu" userId="586587b3-05dd-4d6e-b7f9-09287e9fa419" providerId="ADAL" clId="{2F695B8F-56EF-4D72-9833-2BCA9717898A}" dt="2019-07-18T06:33:35.235" v="283" actId="478"/>
          <ac:picMkLst>
            <pc:docMk/>
            <pc:sldMk cId="819366655" sldId="261"/>
            <ac:picMk id="20" creationId="{6A8ACAD1-BD63-480F-9FD7-DF8F3E107DA4}"/>
          </ac:picMkLst>
        </pc:picChg>
        <pc:picChg chg="add del mod">
          <ac:chgData name="Yunxuan Liu" userId="586587b3-05dd-4d6e-b7f9-09287e9fa419" providerId="ADAL" clId="{2F695B8F-56EF-4D72-9833-2BCA9717898A}" dt="2019-07-18T06:34:24.492" v="488" actId="478"/>
          <ac:picMkLst>
            <pc:docMk/>
            <pc:sldMk cId="819366655" sldId="261"/>
            <ac:picMk id="25" creationId="{3A285685-6D3C-479E-81AB-3D4260C382A8}"/>
          </ac:picMkLst>
        </pc:picChg>
        <pc:picChg chg="add del">
          <ac:chgData name="Yunxuan Liu" userId="586587b3-05dd-4d6e-b7f9-09287e9fa419" providerId="ADAL" clId="{2F695B8F-56EF-4D72-9833-2BCA9717898A}" dt="2019-07-18T06:35:57.170" v="510" actId="478"/>
          <ac:picMkLst>
            <pc:docMk/>
            <pc:sldMk cId="819366655" sldId="261"/>
            <ac:picMk id="27" creationId="{4A649DB1-60D0-40F8-B401-AC2B9426F754}"/>
          </ac:picMkLst>
        </pc:picChg>
        <pc:picChg chg="add">
          <ac:chgData name="Yunxuan Liu" userId="586587b3-05dd-4d6e-b7f9-09287e9fa419" providerId="ADAL" clId="{2F695B8F-56EF-4D72-9833-2BCA9717898A}" dt="2019-07-18T06:35:57.438" v="511"/>
          <ac:picMkLst>
            <pc:docMk/>
            <pc:sldMk cId="819366655" sldId="261"/>
            <ac:picMk id="28" creationId="{6CCDE798-5627-4862-9C2A-A036611114AC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11.310" v="551"/>
        <pc:sldMkLst>
          <pc:docMk/>
          <pc:sldMk cId="2360519588" sldId="263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360519588" sldId="263"/>
            <ac:picMk id="23" creationId="{559A156B-E6CF-445B-BF59-9A56119EFB95}"/>
          </ac:picMkLst>
        </pc:picChg>
        <pc:picChg chg="add del mod">
          <ac:chgData name="Yunxuan Liu" userId="586587b3-05dd-4d6e-b7f9-09287e9fa419" providerId="ADAL" clId="{2F695B8F-56EF-4D72-9833-2BCA9717898A}" dt="2019-07-18T06:37:11.095" v="550" actId="478"/>
          <ac:picMkLst>
            <pc:docMk/>
            <pc:sldMk cId="2360519588" sldId="263"/>
            <ac:picMk id="24" creationId="{554CF609-48F1-4CDD-A0A5-DA9CE6D436AA}"/>
          </ac:picMkLst>
        </pc:picChg>
        <pc:picChg chg="add">
          <ac:chgData name="Yunxuan Liu" userId="586587b3-05dd-4d6e-b7f9-09287e9fa419" providerId="ADAL" clId="{2F695B8F-56EF-4D72-9833-2BCA9717898A}" dt="2019-07-18T06:37:11.310" v="551"/>
          <ac:picMkLst>
            <pc:docMk/>
            <pc:sldMk cId="2360519588" sldId="263"/>
            <ac:picMk id="26" creationId="{81DB20B1-0614-41AB-B4F7-187760FA346A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07.496" v="513"/>
        <pc:sldMkLst>
          <pc:docMk/>
          <pc:sldMk cId="4053892456" sldId="264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4053892456" sldId="264"/>
            <ac:picMk id="14" creationId="{26F20F48-BABF-4575-873D-3F32383C25C3}"/>
          </ac:picMkLst>
        </pc:picChg>
        <pc:picChg chg="add del mod">
          <ac:chgData name="Yunxuan Liu" userId="586587b3-05dd-4d6e-b7f9-09287e9fa419" providerId="ADAL" clId="{2F695B8F-56EF-4D72-9833-2BCA9717898A}" dt="2019-07-18T06:36:07.216" v="512" actId="478"/>
          <ac:picMkLst>
            <pc:docMk/>
            <pc:sldMk cId="4053892456" sldId="264"/>
            <ac:picMk id="15" creationId="{4F5AE2F3-E260-4414-9B8F-68C5FC91F519}"/>
          </ac:picMkLst>
        </pc:picChg>
        <pc:picChg chg="add">
          <ac:chgData name="Yunxuan Liu" userId="586587b3-05dd-4d6e-b7f9-09287e9fa419" providerId="ADAL" clId="{2F695B8F-56EF-4D72-9833-2BCA9717898A}" dt="2019-07-18T06:36:07.496" v="513"/>
          <ac:picMkLst>
            <pc:docMk/>
            <pc:sldMk cId="4053892456" sldId="264"/>
            <ac:picMk id="16" creationId="{E8F37079-1E92-4844-B8D3-EE308873D81C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16.360" v="519"/>
        <pc:sldMkLst>
          <pc:docMk/>
          <pc:sldMk cId="2784561427" sldId="265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784561427" sldId="265"/>
            <ac:picMk id="15" creationId="{FA0C12A1-70AA-4460-8F57-2A188008DDEA}"/>
          </ac:picMkLst>
        </pc:picChg>
        <pc:picChg chg="add del mod">
          <ac:chgData name="Yunxuan Liu" userId="586587b3-05dd-4d6e-b7f9-09287e9fa419" providerId="ADAL" clId="{2F695B8F-56EF-4D72-9833-2BCA9717898A}" dt="2019-07-18T06:36:16.030" v="518" actId="478"/>
          <ac:picMkLst>
            <pc:docMk/>
            <pc:sldMk cId="2784561427" sldId="265"/>
            <ac:picMk id="18" creationId="{B358CCE0-8448-40B1-B64B-771D1BDB3E81}"/>
          </ac:picMkLst>
        </pc:picChg>
        <pc:picChg chg="add">
          <ac:chgData name="Yunxuan Liu" userId="586587b3-05dd-4d6e-b7f9-09287e9fa419" providerId="ADAL" clId="{2F695B8F-56EF-4D72-9833-2BCA9717898A}" dt="2019-07-18T06:36:16.360" v="519"/>
          <ac:picMkLst>
            <pc:docMk/>
            <pc:sldMk cId="2784561427" sldId="265"/>
            <ac:picMk id="22" creationId="{767EEC47-2714-4FA0-91E0-CA052CCF15E8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22.702" v="523"/>
        <pc:sldMkLst>
          <pc:docMk/>
          <pc:sldMk cId="1929898330" sldId="267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1929898330" sldId="267"/>
            <ac:picMk id="15" creationId="{16905977-0342-4DBD-BFEC-0BE15587EF95}"/>
          </ac:picMkLst>
        </pc:picChg>
        <pc:picChg chg="add del mod">
          <ac:chgData name="Yunxuan Liu" userId="586587b3-05dd-4d6e-b7f9-09287e9fa419" providerId="ADAL" clId="{2F695B8F-56EF-4D72-9833-2BCA9717898A}" dt="2019-07-18T06:36:22.489" v="522" actId="478"/>
          <ac:picMkLst>
            <pc:docMk/>
            <pc:sldMk cId="1929898330" sldId="267"/>
            <ac:picMk id="16" creationId="{F81F361D-625B-4B37-946F-13660B6D746F}"/>
          </ac:picMkLst>
        </pc:picChg>
        <pc:picChg chg="add">
          <ac:chgData name="Yunxuan Liu" userId="586587b3-05dd-4d6e-b7f9-09287e9fa419" providerId="ADAL" clId="{2F695B8F-56EF-4D72-9833-2BCA9717898A}" dt="2019-07-18T06:36:22.702" v="523"/>
          <ac:picMkLst>
            <pc:docMk/>
            <pc:sldMk cId="1929898330" sldId="267"/>
            <ac:picMk id="17" creationId="{389D0DEB-D049-48C0-A50E-6F6649152D36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28.627" v="527"/>
        <pc:sldMkLst>
          <pc:docMk/>
          <pc:sldMk cId="3524906145" sldId="268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3524906145" sldId="268"/>
            <ac:picMk id="24" creationId="{5D36E927-704D-4AD4-8B8A-F875750C3950}"/>
          </ac:picMkLst>
        </pc:picChg>
        <pc:picChg chg="add del mod">
          <ac:chgData name="Yunxuan Liu" userId="586587b3-05dd-4d6e-b7f9-09287e9fa419" providerId="ADAL" clId="{2F695B8F-56EF-4D72-9833-2BCA9717898A}" dt="2019-07-18T06:36:28.396" v="526" actId="478"/>
          <ac:picMkLst>
            <pc:docMk/>
            <pc:sldMk cId="3524906145" sldId="268"/>
            <ac:picMk id="28" creationId="{89F7FAFA-9CA1-464D-87C4-8B2D2815C6C1}"/>
          </ac:picMkLst>
        </pc:picChg>
        <pc:picChg chg="add">
          <ac:chgData name="Yunxuan Liu" userId="586587b3-05dd-4d6e-b7f9-09287e9fa419" providerId="ADAL" clId="{2F695B8F-56EF-4D72-9833-2BCA9717898A}" dt="2019-07-18T06:36:28.627" v="527"/>
          <ac:picMkLst>
            <pc:docMk/>
            <pc:sldMk cId="3524906145" sldId="268"/>
            <ac:picMk id="30" creationId="{9C034B04-E9D5-4A7E-8040-DEF0D984B3D1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3:47.676" v="304"/>
        <pc:sldMkLst>
          <pc:docMk/>
          <pc:sldMk cId="673516865" sldId="277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673516865" sldId="277"/>
            <ac:picMk id="13" creationId="{C3B79E12-3445-4733-8687-51737BC09BD8}"/>
          </ac:picMkLst>
        </pc:picChg>
        <pc:picChg chg="add mod">
          <ac:chgData name="Yunxuan Liu" userId="586587b3-05dd-4d6e-b7f9-09287e9fa419" providerId="ADAL" clId="{2F695B8F-56EF-4D72-9833-2BCA9717898A}" dt="2019-07-18T06:33:47.676" v="304"/>
          <ac:picMkLst>
            <pc:docMk/>
            <pc:sldMk cId="673516865" sldId="277"/>
            <ac:picMk id="17" creationId="{A7CDE61D-9780-49F9-A44C-BA5898E69381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5:53.232" v="509"/>
        <pc:sldMkLst>
          <pc:docMk/>
          <pc:sldMk cId="2952631761" sldId="279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952631761" sldId="279"/>
            <ac:picMk id="9" creationId="{B75A2B33-53CB-4D02-ADEF-80ABCA828339}"/>
          </ac:picMkLst>
        </pc:picChg>
        <pc:picChg chg="add del mod">
          <ac:chgData name="Yunxuan Liu" userId="586587b3-05dd-4d6e-b7f9-09287e9fa419" providerId="ADAL" clId="{2F695B8F-56EF-4D72-9833-2BCA9717898A}" dt="2019-07-18T06:35:38.601" v="508" actId="478"/>
          <ac:picMkLst>
            <pc:docMk/>
            <pc:sldMk cId="2952631761" sldId="279"/>
            <ac:picMk id="10" creationId="{E57C0372-175A-4A07-B2C3-BBB9C35DAAE9}"/>
          </ac:picMkLst>
        </pc:picChg>
        <pc:picChg chg="add">
          <ac:chgData name="Yunxuan Liu" userId="586587b3-05dd-4d6e-b7f9-09287e9fa419" providerId="ADAL" clId="{2F695B8F-56EF-4D72-9833-2BCA9717898A}" dt="2019-07-18T06:35:53.232" v="509"/>
          <ac:picMkLst>
            <pc:docMk/>
            <pc:sldMk cId="2952631761" sldId="279"/>
            <ac:picMk id="12" creationId="{ED5540F4-715D-4E89-A552-3103A1886F1B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13.922" v="553"/>
        <pc:sldMkLst>
          <pc:docMk/>
          <pc:sldMk cId="1233675715" sldId="280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1233675715" sldId="280"/>
            <ac:picMk id="14" creationId="{805FC38E-BD1E-416E-B7B9-F1CF0F6CFC4C}"/>
          </ac:picMkLst>
        </pc:picChg>
        <pc:picChg chg="add del mod">
          <ac:chgData name="Yunxuan Liu" userId="586587b3-05dd-4d6e-b7f9-09287e9fa419" providerId="ADAL" clId="{2F695B8F-56EF-4D72-9833-2BCA9717898A}" dt="2019-07-18T06:37:13.688" v="552" actId="478"/>
          <ac:picMkLst>
            <pc:docMk/>
            <pc:sldMk cId="1233675715" sldId="280"/>
            <ac:picMk id="21" creationId="{D2145585-6480-43F2-8923-CE29CEDF8BA5}"/>
          </ac:picMkLst>
        </pc:picChg>
        <pc:picChg chg="add">
          <ac:chgData name="Yunxuan Liu" userId="586587b3-05dd-4d6e-b7f9-09287e9fa419" providerId="ADAL" clId="{2F695B8F-56EF-4D72-9833-2BCA9717898A}" dt="2019-07-18T06:37:13.922" v="553"/>
          <ac:picMkLst>
            <pc:docMk/>
            <pc:sldMk cId="1233675715" sldId="280"/>
            <ac:picMk id="22" creationId="{2E6EE118-B77C-482F-8C75-CFC4828B2639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13.124" v="517"/>
        <pc:sldMkLst>
          <pc:docMk/>
          <pc:sldMk cId="3563155155" sldId="281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3563155155" sldId="281"/>
            <ac:picMk id="15" creationId="{F4812573-A21A-4B35-A89D-597EEA9D325A}"/>
          </ac:picMkLst>
        </pc:picChg>
        <pc:picChg chg="add del mod">
          <ac:chgData name="Yunxuan Liu" userId="586587b3-05dd-4d6e-b7f9-09287e9fa419" providerId="ADAL" clId="{2F695B8F-56EF-4D72-9833-2BCA9717898A}" dt="2019-07-18T06:36:12.910" v="516" actId="478"/>
          <ac:picMkLst>
            <pc:docMk/>
            <pc:sldMk cId="3563155155" sldId="281"/>
            <ac:picMk id="16" creationId="{73A46776-9E9B-45B9-A82F-05056020C1BC}"/>
          </ac:picMkLst>
        </pc:picChg>
        <pc:picChg chg="add">
          <ac:chgData name="Yunxuan Liu" userId="586587b3-05dd-4d6e-b7f9-09287e9fa419" providerId="ADAL" clId="{2F695B8F-56EF-4D72-9833-2BCA9717898A}" dt="2019-07-18T06:36:13.124" v="517"/>
          <ac:picMkLst>
            <pc:docMk/>
            <pc:sldMk cId="3563155155" sldId="281"/>
            <ac:picMk id="20" creationId="{8365632E-E2E3-4F57-AA5E-D70CA60DF6AE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10.114" v="515"/>
        <pc:sldMkLst>
          <pc:docMk/>
          <pc:sldMk cId="2217411338" sldId="282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217411338" sldId="282"/>
            <ac:picMk id="12" creationId="{CB046689-6609-4F5C-A2A4-FC16A31A351C}"/>
          </ac:picMkLst>
        </pc:picChg>
        <pc:picChg chg="add del mod">
          <ac:chgData name="Yunxuan Liu" userId="586587b3-05dd-4d6e-b7f9-09287e9fa419" providerId="ADAL" clId="{2F695B8F-56EF-4D72-9833-2BCA9717898A}" dt="2019-07-18T06:36:09.905" v="514" actId="478"/>
          <ac:picMkLst>
            <pc:docMk/>
            <pc:sldMk cId="2217411338" sldId="282"/>
            <ac:picMk id="13" creationId="{8ED6F151-B897-49CC-9745-B9E9DDD45B5C}"/>
          </ac:picMkLst>
        </pc:picChg>
        <pc:picChg chg="add">
          <ac:chgData name="Yunxuan Liu" userId="586587b3-05dd-4d6e-b7f9-09287e9fa419" providerId="ADAL" clId="{2F695B8F-56EF-4D72-9833-2BCA9717898A}" dt="2019-07-18T06:36:10.114" v="515"/>
          <ac:picMkLst>
            <pc:docMk/>
            <pc:sldMk cId="2217411338" sldId="282"/>
            <ac:picMk id="14" creationId="{B60CA368-BAC8-42CE-975A-05B33AEE9D2D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19.061" v="521"/>
        <pc:sldMkLst>
          <pc:docMk/>
          <pc:sldMk cId="3320329126" sldId="289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3320329126" sldId="289"/>
            <ac:picMk id="17" creationId="{5E8E37CA-0103-4BCF-909A-F26367A28019}"/>
          </ac:picMkLst>
        </pc:picChg>
        <pc:picChg chg="add del mod">
          <ac:chgData name="Yunxuan Liu" userId="586587b3-05dd-4d6e-b7f9-09287e9fa419" providerId="ADAL" clId="{2F695B8F-56EF-4D72-9833-2BCA9717898A}" dt="2019-07-18T06:36:18.851" v="520" actId="478"/>
          <ac:picMkLst>
            <pc:docMk/>
            <pc:sldMk cId="3320329126" sldId="289"/>
            <ac:picMk id="18" creationId="{678E753A-0BFC-4995-A6E8-7AC3E0EB8F43}"/>
          </ac:picMkLst>
        </pc:picChg>
        <pc:picChg chg="add">
          <ac:chgData name="Yunxuan Liu" userId="586587b3-05dd-4d6e-b7f9-09287e9fa419" providerId="ADAL" clId="{2F695B8F-56EF-4D72-9833-2BCA9717898A}" dt="2019-07-18T06:36:19.061" v="521"/>
          <ac:picMkLst>
            <pc:docMk/>
            <pc:sldMk cId="3320329126" sldId="289"/>
            <ac:picMk id="19" creationId="{A6DC7CC7-22B2-4C11-83E1-9802FC19B7D2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37.570" v="533"/>
        <pc:sldMkLst>
          <pc:docMk/>
          <pc:sldMk cId="2060804723" sldId="291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060804723" sldId="291"/>
            <ac:picMk id="19" creationId="{CCA35363-105C-40A0-9223-0B69248693B6}"/>
          </ac:picMkLst>
        </pc:picChg>
        <pc:picChg chg="add del mod">
          <ac:chgData name="Yunxuan Liu" userId="586587b3-05dd-4d6e-b7f9-09287e9fa419" providerId="ADAL" clId="{2F695B8F-56EF-4D72-9833-2BCA9717898A}" dt="2019-07-18T06:36:37.157" v="532" actId="478"/>
          <ac:picMkLst>
            <pc:docMk/>
            <pc:sldMk cId="2060804723" sldId="291"/>
            <ac:picMk id="20" creationId="{3CFB632C-4094-4461-8F7E-0886FF08411B}"/>
          </ac:picMkLst>
        </pc:picChg>
        <pc:picChg chg="add">
          <ac:chgData name="Yunxuan Liu" userId="586587b3-05dd-4d6e-b7f9-09287e9fa419" providerId="ADAL" clId="{2F695B8F-56EF-4D72-9833-2BCA9717898A}" dt="2019-07-18T06:36:37.570" v="533"/>
          <ac:picMkLst>
            <pc:docMk/>
            <pc:sldMk cId="2060804723" sldId="291"/>
            <ac:picMk id="22" creationId="{5138C2FF-3A20-4B79-B3D4-AF9B85A7FE48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03.192" v="545"/>
        <pc:sldMkLst>
          <pc:docMk/>
          <pc:sldMk cId="3572775801" sldId="294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3572775801" sldId="294"/>
            <ac:picMk id="22" creationId="{DDCDC6B3-9F2D-45E4-B5B5-6708B50DDFB0}"/>
          </ac:picMkLst>
        </pc:picChg>
        <pc:picChg chg="add del mod">
          <ac:chgData name="Yunxuan Liu" userId="586587b3-05dd-4d6e-b7f9-09287e9fa419" providerId="ADAL" clId="{2F695B8F-56EF-4D72-9833-2BCA9717898A}" dt="2019-07-18T06:37:02.922" v="544" actId="478"/>
          <ac:picMkLst>
            <pc:docMk/>
            <pc:sldMk cId="3572775801" sldId="294"/>
            <ac:picMk id="23" creationId="{DBF9FDAD-C947-4DD6-A8B4-16030CCC12C9}"/>
          </ac:picMkLst>
        </pc:picChg>
        <pc:picChg chg="add">
          <ac:chgData name="Yunxuan Liu" userId="586587b3-05dd-4d6e-b7f9-09287e9fa419" providerId="ADAL" clId="{2F695B8F-56EF-4D72-9833-2BCA9717898A}" dt="2019-07-18T06:37:03.192" v="545"/>
          <ac:picMkLst>
            <pc:docMk/>
            <pc:sldMk cId="3572775801" sldId="294"/>
            <ac:picMk id="24" creationId="{605B9B0D-32A5-445E-8032-425AE0B39C91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17.207" v="555"/>
        <pc:sldMkLst>
          <pc:docMk/>
          <pc:sldMk cId="3796173238" sldId="296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3796173238" sldId="296"/>
            <ac:picMk id="38" creationId="{68F60816-4E14-4EDA-A6F0-F55754550282}"/>
          </ac:picMkLst>
        </pc:picChg>
        <pc:picChg chg="add del mod">
          <ac:chgData name="Yunxuan Liu" userId="586587b3-05dd-4d6e-b7f9-09287e9fa419" providerId="ADAL" clId="{2F695B8F-56EF-4D72-9833-2BCA9717898A}" dt="2019-07-18T06:37:17.008" v="554" actId="478"/>
          <ac:picMkLst>
            <pc:docMk/>
            <pc:sldMk cId="3796173238" sldId="296"/>
            <ac:picMk id="39" creationId="{650EA3AD-7A8A-4054-BF88-106C96E925B7}"/>
          </ac:picMkLst>
        </pc:picChg>
        <pc:picChg chg="add">
          <ac:chgData name="Yunxuan Liu" userId="586587b3-05dd-4d6e-b7f9-09287e9fa419" providerId="ADAL" clId="{2F695B8F-56EF-4D72-9833-2BCA9717898A}" dt="2019-07-18T06:37:17.207" v="555"/>
          <ac:picMkLst>
            <pc:docMk/>
            <pc:sldMk cId="3796173238" sldId="296"/>
            <ac:picMk id="40" creationId="{F5772B1F-3052-4612-BCF3-E057DC48B9B0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30.858" v="565"/>
        <pc:sldMkLst>
          <pc:docMk/>
          <pc:sldMk cId="2506093541" sldId="299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506093541" sldId="299"/>
            <ac:picMk id="13" creationId="{B3C565E4-EBFE-4133-8BAF-BDD6E0B8DDA7}"/>
          </ac:picMkLst>
        </pc:picChg>
        <pc:picChg chg="add del mod">
          <ac:chgData name="Yunxuan Liu" userId="586587b3-05dd-4d6e-b7f9-09287e9fa419" providerId="ADAL" clId="{2F695B8F-56EF-4D72-9833-2BCA9717898A}" dt="2019-07-18T06:37:30.648" v="564" actId="478"/>
          <ac:picMkLst>
            <pc:docMk/>
            <pc:sldMk cId="2506093541" sldId="299"/>
            <ac:picMk id="14" creationId="{9D601E45-1215-4ACF-BDF6-18E7AE28DE83}"/>
          </ac:picMkLst>
        </pc:picChg>
        <pc:picChg chg="add">
          <ac:chgData name="Yunxuan Liu" userId="586587b3-05dd-4d6e-b7f9-09287e9fa419" providerId="ADAL" clId="{2F695B8F-56EF-4D72-9833-2BCA9717898A}" dt="2019-07-18T06:37:30.858" v="565"/>
          <ac:picMkLst>
            <pc:docMk/>
            <pc:sldMk cId="2506093541" sldId="299"/>
            <ac:picMk id="15" creationId="{00577720-5EDF-4F9D-AA9C-47AD808A57AD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23.347" v="559"/>
        <pc:sldMkLst>
          <pc:docMk/>
          <pc:sldMk cId="3960643533" sldId="300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3960643533" sldId="300"/>
            <ac:picMk id="10" creationId="{F8BEBA56-9B0F-46D4-94F1-4B2AFDC173F7}"/>
          </ac:picMkLst>
        </pc:picChg>
        <pc:picChg chg="add del mod">
          <ac:chgData name="Yunxuan Liu" userId="586587b3-05dd-4d6e-b7f9-09287e9fa419" providerId="ADAL" clId="{2F695B8F-56EF-4D72-9833-2BCA9717898A}" dt="2019-07-18T06:37:23.026" v="558" actId="478"/>
          <ac:picMkLst>
            <pc:docMk/>
            <pc:sldMk cId="3960643533" sldId="300"/>
            <ac:picMk id="11" creationId="{C8E57458-AA6B-4B7C-A5C7-C3EAC51C1018}"/>
          </ac:picMkLst>
        </pc:picChg>
        <pc:picChg chg="add">
          <ac:chgData name="Yunxuan Liu" userId="586587b3-05dd-4d6e-b7f9-09287e9fa419" providerId="ADAL" clId="{2F695B8F-56EF-4D72-9833-2BCA9717898A}" dt="2019-07-18T06:37:23.347" v="559"/>
          <ac:picMkLst>
            <pc:docMk/>
            <pc:sldMk cId="3960643533" sldId="300"/>
            <ac:picMk id="12" creationId="{6CA8A966-4304-4EE3-882C-EC4EAF5F5116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25.893" v="561"/>
        <pc:sldMkLst>
          <pc:docMk/>
          <pc:sldMk cId="541714006" sldId="301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541714006" sldId="301"/>
            <ac:picMk id="23" creationId="{8561714E-002D-4097-AB01-4D1876AD304C}"/>
          </ac:picMkLst>
        </pc:picChg>
        <pc:picChg chg="add del mod">
          <ac:chgData name="Yunxuan Liu" userId="586587b3-05dd-4d6e-b7f9-09287e9fa419" providerId="ADAL" clId="{2F695B8F-56EF-4D72-9833-2BCA9717898A}" dt="2019-07-18T06:37:25.683" v="560" actId="478"/>
          <ac:picMkLst>
            <pc:docMk/>
            <pc:sldMk cId="541714006" sldId="301"/>
            <ac:picMk id="24" creationId="{17313DDC-934D-4EE8-B3CC-DE167F4C172A}"/>
          </ac:picMkLst>
        </pc:picChg>
        <pc:picChg chg="add">
          <ac:chgData name="Yunxuan Liu" userId="586587b3-05dd-4d6e-b7f9-09287e9fa419" providerId="ADAL" clId="{2F695B8F-56EF-4D72-9833-2BCA9717898A}" dt="2019-07-18T06:37:25.893" v="561"/>
          <ac:picMkLst>
            <pc:docMk/>
            <pc:sldMk cId="541714006" sldId="301"/>
            <ac:picMk id="25" creationId="{EEF5B366-7DCA-426C-840B-DD531A8D0EB6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28.420" v="563"/>
        <pc:sldMkLst>
          <pc:docMk/>
          <pc:sldMk cId="2328909233" sldId="302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328909233" sldId="302"/>
            <ac:picMk id="21" creationId="{FDF8829D-8F4E-4A6E-B6CF-F82C9757F2A9}"/>
          </ac:picMkLst>
        </pc:picChg>
        <pc:picChg chg="add del mod">
          <ac:chgData name="Yunxuan Liu" userId="586587b3-05dd-4d6e-b7f9-09287e9fa419" providerId="ADAL" clId="{2F695B8F-56EF-4D72-9833-2BCA9717898A}" dt="2019-07-18T06:37:28.130" v="562" actId="478"/>
          <ac:picMkLst>
            <pc:docMk/>
            <pc:sldMk cId="2328909233" sldId="302"/>
            <ac:picMk id="22" creationId="{76C90AE4-15D3-465E-8148-E9D4032D8A56}"/>
          </ac:picMkLst>
        </pc:picChg>
        <pc:picChg chg="add">
          <ac:chgData name="Yunxuan Liu" userId="586587b3-05dd-4d6e-b7f9-09287e9fa419" providerId="ADAL" clId="{2F695B8F-56EF-4D72-9833-2BCA9717898A}" dt="2019-07-18T06:37:28.420" v="563"/>
          <ac:picMkLst>
            <pc:docMk/>
            <pc:sldMk cId="2328909233" sldId="302"/>
            <ac:picMk id="24" creationId="{44EAD1AF-69BF-4E93-89EB-E1F32B62E797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34.318" v="567"/>
        <pc:sldMkLst>
          <pc:docMk/>
          <pc:sldMk cId="2188364322" sldId="303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188364322" sldId="303"/>
            <ac:picMk id="16" creationId="{B10EEF22-C20B-404A-B3EE-3801ECB79A33}"/>
          </ac:picMkLst>
        </pc:picChg>
        <pc:picChg chg="add del mod">
          <ac:chgData name="Yunxuan Liu" userId="586587b3-05dd-4d6e-b7f9-09287e9fa419" providerId="ADAL" clId="{2F695B8F-56EF-4D72-9833-2BCA9717898A}" dt="2019-07-18T06:37:34.012" v="566" actId="478"/>
          <ac:picMkLst>
            <pc:docMk/>
            <pc:sldMk cId="2188364322" sldId="303"/>
            <ac:picMk id="17" creationId="{6EF9E83E-8EE3-43A6-BE63-DFA8BCE144EE}"/>
          </ac:picMkLst>
        </pc:picChg>
        <pc:picChg chg="add">
          <ac:chgData name="Yunxuan Liu" userId="586587b3-05dd-4d6e-b7f9-09287e9fa419" providerId="ADAL" clId="{2F695B8F-56EF-4D72-9833-2BCA9717898A}" dt="2019-07-18T06:37:34.318" v="567"/>
          <ac:picMkLst>
            <pc:docMk/>
            <pc:sldMk cId="2188364322" sldId="303"/>
            <ac:picMk id="18" creationId="{CB8251EA-1C61-44A3-A9D1-8B7D6F10D215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42.157" v="535"/>
        <pc:sldMkLst>
          <pc:docMk/>
          <pc:sldMk cId="2079333476" sldId="304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079333476" sldId="304"/>
            <ac:picMk id="21" creationId="{01F1468E-DFB2-4EAB-B5B9-1F56B0A52BB9}"/>
          </ac:picMkLst>
        </pc:picChg>
        <pc:picChg chg="add del mod">
          <ac:chgData name="Yunxuan Liu" userId="586587b3-05dd-4d6e-b7f9-09287e9fa419" providerId="ADAL" clId="{2F695B8F-56EF-4D72-9833-2BCA9717898A}" dt="2019-07-18T06:36:41.940" v="534" actId="478"/>
          <ac:picMkLst>
            <pc:docMk/>
            <pc:sldMk cId="2079333476" sldId="304"/>
            <ac:picMk id="22" creationId="{AF706D06-BB06-4AFE-B9E3-7369B27FEC5A}"/>
          </ac:picMkLst>
        </pc:picChg>
        <pc:picChg chg="add">
          <ac:chgData name="Yunxuan Liu" userId="586587b3-05dd-4d6e-b7f9-09287e9fa419" providerId="ADAL" clId="{2F695B8F-56EF-4D72-9833-2BCA9717898A}" dt="2019-07-18T06:36:42.157" v="535"/>
          <ac:picMkLst>
            <pc:docMk/>
            <pc:sldMk cId="2079333476" sldId="304"/>
            <ac:picMk id="23" creationId="{319960AA-3F00-4D2A-8769-A7FC3E21688B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49.805" v="539"/>
        <pc:sldMkLst>
          <pc:docMk/>
          <pc:sldMk cId="1863267282" sldId="305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1863267282" sldId="305"/>
            <ac:picMk id="25" creationId="{67D5C329-D2FD-4C5B-A189-A24B04BE768D}"/>
          </ac:picMkLst>
        </pc:picChg>
        <pc:picChg chg="add del mod">
          <ac:chgData name="Yunxuan Liu" userId="586587b3-05dd-4d6e-b7f9-09287e9fa419" providerId="ADAL" clId="{2F695B8F-56EF-4D72-9833-2BCA9717898A}" dt="2019-07-18T06:36:49.551" v="538" actId="478"/>
          <ac:picMkLst>
            <pc:docMk/>
            <pc:sldMk cId="1863267282" sldId="305"/>
            <ac:picMk id="26" creationId="{D38F9187-6F6C-4058-86C0-2A710FF0CA0B}"/>
          </ac:picMkLst>
        </pc:picChg>
        <pc:picChg chg="add">
          <ac:chgData name="Yunxuan Liu" userId="586587b3-05dd-4d6e-b7f9-09287e9fa419" providerId="ADAL" clId="{2F695B8F-56EF-4D72-9833-2BCA9717898A}" dt="2019-07-18T06:36:49.805" v="539"/>
          <ac:picMkLst>
            <pc:docMk/>
            <pc:sldMk cId="1863267282" sldId="305"/>
            <ac:picMk id="27" creationId="{9F140E49-81B8-4DD9-887F-E04315E65A43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55.335" v="541"/>
        <pc:sldMkLst>
          <pc:docMk/>
          <pc:sldMk cId="1997865574" sldId="306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1997865574" sldId="306"/>
            <ac:picMk id="23" creationId="{56602774-6DB3-4DC4-AF32-FA8DC1D1EDDB}"/>
          </ac:picMkLst>
        </pc:picChg>
        <pc:picChg chg="add del mod">
          <ac:chgData name="Yunxuan Liu" userId="586587b3-05dd-4d6e-b7f9-09287e9fa419" providerId="ADAL" clId="{2F695B8F-56EF-4D72-9833-2BCA9717898A}" dt="2019-07-18T06:36:55.108" v="540" actId="478"/>
          <ac:picMkLst>
            <pc:docMk/>
            <pc:sldMk cId="1997865574" sldId="306"/>
            <ac:picMk id="27" creationId="{23514C77-77A5-4CD7-8434-834ED83D724D}"/>
          </ac:picMkLst>
        </pc:picChg>
        <pc:picChg chg="add">
          <ac:chgData name="Yunxuan Liu" userId="586587b3-05dd-4d6e-b7f9-09287e9fa419" providerId="ADAL" clId="{2F695B8F-56EF-4D72-9833-2BCA9717898A}" dt="2019-07-18T06:36:55.335" v="541"/>
          <ac:picMkLst>
            <pc:docMk/>
            <pc:sldMk cId="1997865574" sldId="306"/>
            <ac:picMk id="32" creationId="{E31D5D37-E8C4-4A77-B2B0-8C3F1BC2B8C9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00.013" v="543"/>
        <pc:sldMkLst>
          <pc:docMk/>
          <pc:sldMk cId="579839237" sldId="307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579839237" sldId="307"/>
            <ac:picMk id="29" creationId="{78C2787B-8138-4D6E-9BDB-4FE2336509C6}"/>
          </ac:picMkLst>
        </pc:picChg>
        <pc:picChg chg="add del mod">
          <ac:chgData name="Yunxuan Liu" userId="586587b3-05dd-4d6e-b7f9-09287e9fa419" providerId="ADAL" clId="{2F695B8F-56EF-4D72-9833-2BCA9717898A}" dt="2019-07-18T06:36:59.750" v="542" actId="478"/>
          <ac:picMkLst>
            <pc:docMk/>
            <pc:sldMk cId="579839237" sldId="307"/>
            <ac:picMk id="36" creationId="{C4DBCCDE-7719-4033-AB52-646CDCBE0374}"/>
          </ac:picMkLst>
        </pc:picChg>
        <pc:picChg chg="add">
          <ac:chgData name="Yunxuan Liu" userId="586587b3-05dd-4d6e-b7f9-09287e9fa419" providerId="ADAL" clId="{2F695B8F-56EF-4D72-9833-2BCA9717898A}" dt="2019-07-18T06:37:00.013" v="543"/>
          <ac:picMkLst>
            <pc:docMk/>
            <pc:sldMk cId="579839237" sldId="307"/>
            <ac:picMk id="37" creationId="{F97C3B6A-84AF-4774-9A55-1CDC51283287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3:47.781" v="314"/>
        <pc:sldMkLst>
          <pc:docMk/>
          <pc:sldMk cId="3044817438" sldId="309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3044817438" sldId="309"/>
            <ac:picMk id="11" creationId="{B77A1879-1847-4815-9E5C-D62D148F0AE8}"/>
          </ac:picMkLst>
        </pc:picChg>
        <pc:picChg chg="add mod">
          <ac:chgData name="Yunxuan Liu" userId="586587b3-05dd-4d6e-b7f9-09287e9fa419" providerId="ADAL" clId="{2F695B8F-56EF-4D72-9833-2BCA9717898A}" dt="2019-07-18T06:33:47.781" v="314"/>
          <ac:picMkLst>
            <pc:docMk/>
            <pc:sldMk cId="3044817438" sldId="309"/>
            <ac:picMk id="12" creationId="{159DFFB0-D73D-4C26-8566-1C9FD2435D72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47.176" v="537"/>
        <pc:sldMkLst>
          <pc:docMk/>
          <pc:sldMk cId="4175421957" sldId="312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4175421957" sldId="312"/>
            <ac:picMk id="33" creationId="{BE96FD89-2D96-45CD-B6BC-A4D756C32BD4}"/>
          </ac:picMkLst>
        </pc:picChg>
        <pc:picChg chg="add del mod">
          <ac:chgData name="Yunxuan Liu" userId="586587b3-05dd-4d6e-b7f9-09287e9fa419" providerId="ADAL" clId="{2F695B8F-56EF-4D72-9833-2BCA9717898A}" dt="2019-07-18T06:36:46.949" v="536" actId="478"/>
          <ac:picMkLst>
            <pc:docMk/>
            <pc:sldMk cId="4175421957" sldId="312"/>
            <ac:picMk id="34" creationId="{E03F1F91-65B4-4DB7-A81E-DCF16FE59D24}"/>
          </ac:picMkLst>
        </pc:picChg>
        <pc:picChg chg="add">
          <ac:chgData name="Yunxuan Liu" userId="586587b3-05dd-4d6e-b7f9-09287e9fa419" providerId="ADAL" clId="{2F695B8F-56EF-4D72-9833-2BCA9717898A}" dt="2019-07-18T06:36:47.176" v="537"/>
          <ac:picMkLst>
            <pc:docMk/>
            <pc:sldMk cId="4175421957" sldId="312"/>
            <ac:picMk id="35" creationId="{71DAAFA8-DA3D-4889-ACC1-A5166B679509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38.272" v="569"/>
        <pc:sldMkLst>
          <pc:docMk/>
          <pc:sldMk cId="4123521142" sldId="313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4123521142" sldId="313"/>
            <ac:picMk id="13" creationId="{8C260B3D-909F-4CC9-B8C7-9B588065B139}"/>
          </ac:picMkLst>
        </pc:picChg>
        <pc:picChg chg="add del mod">
          <ac:chgData name="Yunxuan Liu" userId="586587b3-05dd-4d6e-b7f9-09287e9fa419" providerId="ADAL" clId="{2F695B8F-56EF-4D72-9833-2BCA9717898A}" dt="2019-07-18T06:37:37.697" v="568" actId="478"/>
          <ac:picMkLst>
            <pc:docMk/>
            <pc:sldMk cId="4123521142" sldId="313"/>
            <ac:picMk id="17" creationId="{5FCE32C6-0438-42D4-A3D5-A157FCCA4A56}"/>
          </ac:picMkLst>
        </pc:picChg>
        <pc:picChg chg="add">
          <ac:chgData name="Yunxuan Liu" userId="586587b3-05dd-4d6e-b7f9-09287e9fa419" providerId="ADAL" clId="{2F695B8F-56EF-4D72-9833-2BCA9717898A}" dt="2019-07-18T06:37:38.272" v="569"/>
          <ac:picMkLst>
            <pc:docMk/>
            <pc:sldMk cId="4123521142" sldId="313"/>
            <ac:picMk id="18" creationId="{CB51D449-974C-4326-AFDD-173A9A176359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5:31.677" v="507"/>
        <pc:sldMkLst>
          <pc:docMk/>
          <pc:sldMk cId="1526903284" sldId="314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1526903284" sldId="314"/>
            <ac:picMk id="11" creationId="{AD4255E5-045C-49BE-A639-DEF3A93AB2E2}"/>
          </ac:picMkLst>
        </pc:picChg>
        <pc:picChg chg="add del mod">
          <ac:chgData name="Yunxuan Liu" userId="586587b3-05dd-4d6e-b7f9-09287e9fa419" providerId="ADAL" clId="{2F695B8F-56EF-4D72-9833-2BCA9717898A}" dt="2019-07-18T06:34:18.899" v="486" actId="478"/>
          <ac:picMkLst>
            <pc:docMk/>
            <pc:sldMk cId="1526903284" sldId="314"/>
            <ac:picMk id="12" creationId="{A57422F1-0A4A-4DC7-86FB-672C8A397200}"/>
          </ac:picMkLst>
        </pc:picChg>
        <pc:picChg chg="add del mod">
          <ac:chgData name="Yunxuan Liu" userId="586587b3-05dd-4d6e-b7f9-09287e9fa419" providerId="ADAL" clId="{2F695B8F-56EF-4D72-9833-2BCA9717898A}" dt="2019-07-18T06:34:18.899" v="486" actId="478"/>
          <ac:picMkLst>
            <pc:docMk/>
            <pc:sldMk cId="1526903284" sldId="314"/>
            <ac:picMk id="14" creationId="{9F6526D2-B37C-4261-9F9F-A59E0C510890}"/>
          </ac:picMkLst>
        </pc:picChg>
        <pc:picChg chg="add del">
          <ac:chgData name="Yunxuan Liu" userId="586587b3-05dd-4d6e-b7f9-09287e9fa419" providerId="ADAL" clId="{2F695B8F-56EF-4D72-9833-2BCA9717898A}" dt="2019-07-18T06:35:12.060" v="501" actId="478"/>
          <ac:picMkLst>
            <pc:docMk/>
            <pc:sldMk cId="1526903284" sldId="314"/>
            <ac:picMk id="20" creationId="{73AC78BD-7A38-427A-918D-C893B369320A}"/>
          </ac:picMkLst>
        </pc:picChg>
        <pc:picChg chg="add">
          <ac:chgData name="Yunxuan Liu" userId="586587b3-05dd-4d6e-b7f9-09287e9fa419" providerId="ADAL" clId="{2F695B8F-56EF-4D72-9833-2BCA9717898A}" dt="2019-07-18T06:35:31.677" v="507"/>
          <ac:picMkLst>
            <pc:docMk/>
            <pc:sldMk cId="1526903284" sldId="314"/>
            <ac:picMk id="21" creationId="{7290D319-7279-4101-886B-27D999DD24E5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06.131" v="547"/>
        <pc:sldMkLst>
          <pc:docMk/>
          <pc:sldMk cId="3003853057" sldId="315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3003853057" sldId="315"/>
            <ac:picMk id="13" creationId="{1A205E90-BEDC-40C7-BD08-BCA4E4D762FA}"/>
          </ac:picMkLst>
        </pc:picChg>
        <pc:picChg chg="add del mod">
          <ac:chgData name="Yunxuan Liu" userId="586587b3-05dd-4d6e-b7f9-09287e9fa419" providerId="ADAL" clId="{2F695B8F-56EF-4D72-9833-2BCA9717898A}" dt="2019-07-18T06:37:05.873" v="546" actId="478"/>
          <ac:picMkLst>
            <pc:docMk/>
            <pc:sldMk cId="3003853057" sldId="315"/>
            <ac:picMk id="14" creationId="{1FF68094-7375-48FC-AD0A-43795692E3EC}"/>
          </ac:picMkLst>
        </pc:picChg>
        <pc:picChg chg="add">
          <ac:chgData name="Yunxuan Liu" userId="586587b3-05dd-4d6e-b7f9-09287e9fa419" providerId="ADAL" clId="{2F695B8F-56EF-4D72-9833-2BCA9717898A}" dt="2019-07-18T06:37:06.131" v="547"/>
          <ac:picMkLst>
            <pc:docMk/>
            <pc:sldMk cId="3003853057" sldId="315"/>
            <ac:picMk id="16" creationId="{769DF6D0-E9B4-40F4-BF15-9A819CE9B4CA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08.793" v="549"/>
        <pc:sldMkLst>
          <pc:docMk/>
          <pc:sldMk cId="2879605766" sldId="317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879605766" sldId="317"/>
            <ac:picMk id="13" creationId="{DC88BB84-D568-4EF9-967E-661BEC5F3430}"/>
          </ac:picMkLst>
        </pc:picChg>
        <pc:picChg chg="add del mod">
          <ac:chgData name="Yunxuan Liu" userId="586587b3-05dd-4d6e-b7f9-09287e9fa419" providerId="ADAL" clId="{2F695B8F-56EF-4D72-9833-2BCA9717898A}" dt="2019-07-18T06:37:08.600" v="548" actId="478"/>
          <ac:picMkLst>
            <pc:docMk/>
            <pc:sldMk cId="2879605766" sldId="317"/>
            <ac:picMk id="14" creationId="{6514BBE9-F83B-420E-B131-C1D814074353}"/>
          </ac:picMkLst>
        </pc:picChg>
        <pc:picChg chg="add">
          <ac:chgData name="Yunxuan Liu" userId="586587b3-05dd-4d6e-b7f9-09287e9fa419" providerId="ADAL" clId="{2F695B8F-56EF-4D72-9833-2BCA9717898A}" dt="2019-07-18T06:37:08.793" v="549"/>
          <ac:picMkLst>
            <pc:docMk/>
            <pc:sldMk cId="2879605766" sldId="317"/>
            <ac:picMk id="15" creationId="{05278FF4-065E-42ED-93EA-75053164580E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40.929" v="571"/>
        <pc:sldMkLst>
          <pc:docMk/>
          <pc:sldMk cId="2909917305" sldId="318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909917305" sldId="318"/>
            <ac:picMk id="41" creationId="{BDCFAAFB-B1AB-4BBE-8298-A38AAD86F6C5}"/>
          </ac:picMkLst>
        </pc:picChg>
        <pc:picChg chg="add del mod">
          <ac:chgData name="Yunxuan Liu" userId="586587b3-05dd-4d6e-b7f9-09287e9fa419" providerId="ADAL" clId="{2F695B8F-56EF-4D72-9833-2BCA9717898A}" dt="2019-07-18T06:37:40.673" v="570" actId="478"/>
          <ac:picMkLst>
            <pc:docMk/>
            <pc:sldMk cId="2909917305" sldId="318"/>
            <ac:picMk id="42" creationId="{B940BF15-A5FC-4759-92CE-0A6CD0F39E7F}"/>
          </ac:picMkLst>
        </pc:picChg>
        <pc:picChg chg="add">
          <ac:chgData name="Yunxuan Liu" userId="586587b3-05dd-4d6e-b7f9-09287e9fa419" providerId="ADAL" clId="{2F695B8F-56EF-4D72-9833-2BCA9717898A}" dt="2019-07-18T06:37:40.929" v="571"/>
          <ac:picMkLst>
            <pc:docMk/>
            <pc:sldMk cId="2909917305" sldId="318"/>
            <ac:picMk id="43" creationId="{C8CDFD85-FBF1-4FD5-8C59-A30125BAEF2B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34.094" v="531"/>
        <pc:sldMkLst>
          <pc:docMk/>
          <pc:sldMk cId="2860740032" sldId="322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860740032" sldId="322"/>
            <ac:picMk id="20" creationId="{97A4A2FA-AA8A-4DCA-9487-A3712C5908B0}"/>
          </ac:picMkLst>
        </pc:picChg>
        <pc:picChg chg="add del mod">
          <ac:chgData name="Yunxuan Liu" userId="586587b3-05dd-4d6e-b7f9-09287e9fa419" providerId="ADAL" clId="{2F695B8F-56EF-4D72-9833-2BCA9717898A}" dt="2019-07-18T06:36:33.890" v="530" actId="478"/>
          <ac:picMkLst>
            <pc:docMk/>
            <pc:sldMk cId="2860740032" sldId="322"/>
            <ac:picMk id="21" creationId="{99CA750A-6974-410F-88BF-E06542F7BCBB}"/>
          </ac:picMkLst>
        </pc:picChg>
        <pc:picChg chg="add">
          <ac:chgData name="Yunxuan Liu" userId="586587b3-05dd-4d6e-b7f9-09287e9fa419" providerId="ADAL" clId="{2F695B8F-56EF-4D72-9833-2BCA9717898A}" dt="2019-07-18T06:36:34.094" v="531"/>
          <ac:picMkLst>
            <pc:docMk/>
            <pc:sldMk cId="2860740032" sldId="322"/>
            <ac:picMk id="22" creationId="{185154E3-663E-48B5-8173-A903974FB2C0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25.831" v="525"/>
        <pc:sldMkLst>
          <pc:docMk/>
          <pc:sldMk cId="2124118163" sldId="323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124118163" sldId="323"/>
            <ac:picMk id="22" creationId="{697AD7A2-3A7E-4081-A4D6-7AF5806C22BB}"/>
          </ac:picMkLst>
        </pc:picChg>
        <pc:picChg chg="add del mod">
          <ac:chgData name="Yunxuan Liu" userId="586587b3-05dd-4d6e-b7f9-09287e9fa419" providerId="ADAL" clId="{2F695B8F-56EF-4D72-9833-2BCA9717898A}" dt="2019-07-18T06:36:25.606" v="524" actId="478"/>
          <ac:picMkLst>
            <pc:docMk/>
            <pc:sldMk cId="2124118163" sldId="323"/>
            <ac:picMk id="23" creationId="{867C107C-ED4B-4509-AA03-3AB61D0502AE}"/>
          </ac:picMkLst>
        </pc:picChg>
        <pc:picChg chg="add">
          <ac:chgData name="Yunxuan Liu" userId="586587b3-05dd-4d6e-b7f9-09287e9fa419" providerId="ADAL" clId="{2F695B8F-56EF-4D72-9833-2BCA9717898A}" dt="2019-07-18T06:36:25.831" v="525"/>
          <ac:picMkLst>
            <pc:docMk/>
            <pc:sldMk cId="2124118163" sldId="323"/>
            <ac:picMk id="24" creationId="{5F36DE3A-4CC4-4B00-9DEE-5511A284FCD0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31.339" v="529"/>
        <pc:sldMkLst>
          <pc:docMk/>
          <pc:sldMk cId="1807436919" sldId="324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1807436919" sldId="324"/>
            <ac:picMk id="24" creationId="{D52DFE90-1DE9-43BF-B09B-19510B85D72C}"/>
          </ac:picMkLst>
        </pc:picChg>
        <pc:picChg chg="add del mod">
          <ac:chgData name="Yunxuan Liu" userId="586587b3-05dd-4d6e-b7f9-09287e9fa419" providerId="ADAL" clId="{2F695B8F-56EF-4D72-9833-2BCA9717898A}" dt="2019-07-18T06:36:31.074" v="528" actId="478"/>
          <ac:picMkLst>
            <pc:docMk/>
            <pc:sldMk cId="1807436919" sldId="324"/>
            <ac:picMk id="25" creationId="{16DC2C2B-4077-4E25-90C9-CD800E71E010}"/>
          </ac:picMkLst>
        </pc:picChg>
        <pc:picChg chg="add">
          <ac:chgData name="Yunxuan Liu" userId="586587b3-05dd-4d6e-b7f9-09287e9fa419" providerId="ADAL" clId="{2F695B8F-56EF-4D72-9833-2BCA9717898A}" dt="2019-07-18T06:36:31.339" v="529"/>
          <ac:picMkLst>
            <pc:docMk/>
            <pc:sldMk cId="1807436919" sldId="324"/>
            <ac:picMk id="26" creationId="{573F23F0-1BE6-4EC2-851C-366F2AB86EAC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20.016" v="557"/>
        <pc:sldMkLst>
          <pc:docMk/>
          <pc:sldMk cId="3789295646" sldId="331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3789295646" sldId="331"/>
            <ac:picMk id="110" creationId="{A8555F38-7420-45BE-A82F-801DF2250EA4}"/>
          </ac:picMkLst>
        </pc:picChg>
        <pc:picChg chg="add del mod">
          <ac:chgData name="Yunxuan Liu" userId="586587b3-05dd-4d6e-b7f9-09287e9fa419" providerId="ADAL" clId="{2F695B8F-56EF-4D72-9833-2BCA9717898A}" dt="2019-07-18T06:37:19.684" v="556" actId="478"/>
          <ac:picMkLst>
            <pc:docMk/>
            <pc:sldMk cId="3789295646" sldId="331"/>
            <ac:picMk id="111" creationId="{C3739654-EFFD-4B28-B504-E998D6EE35F2}"/>
          </ac:picMkLst>
        </pc:picChg>
        <pc:picChg chg="add">
          <ac:chgData name="Yunxuan Liu" userId="586587b3-05dd-4d6e-b7f9-09287e9fa419" providerId="ADAL" clId="{2F695B8F-56EF-4D72-9833-2BCA9717898A}" dt="2019-07-18T06:37:20.016" v="557"/>
          <ac:picMkLst>
            <pc:docMk/>
            <pc:sldMk cId="3789295646" sldId="331"/>
            <ac:picMk id="112" creationId="{8F898ECA-C1C6-4043-8353-26C86DAEF0F3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3:52.214" v="480" actId="478"/>
        <pc:sldMkLst>
          <pc:docMk/>
          <pc:sldMk cId="665697685" sldId="332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665697685" sldId="332"/>
            <ac:picMk id="2" creationId="{C2DA7DCC-E8E6-48EF-A7CC-3B047735953D}"/>
          </ac:picMkLst>
        </pc:picChg>
        <pc:picChg chg="add del mod">
          <ac:chgData name="Yunxuan Liu" userId="586587b3-05dd-4d6e-b7f9-09287e9fa419" providerId="ADAL" clId="{2F695B8F-56EF-4D72-9833-2BCA9717898A}" dt="2019-07-18T06:33:52.214" v="480" actId="478"/>
          <ac:picMkLst>
            <pc:docMk/>
            <pc:sldMk cId="665697685" sldId="332"/>
            <ac:picMk id="3" creationId="{7BB99C31-2528-411C-B2A0-FAB615B9C00F}"/>
          </ac:picMkLst>
        </pc:picChg>
      </pc:sldChg>
      <pc:sldMasterChg chg="modSldLayout">
        <pc:chgData name="Yunxuan Liu" userId="586587b3-05dd-4d6e-b7f9-09287e9fa419" providerId="ADAL" clId="{2F695B8F-56EF-4D72-9833-2BCA9717898A}" dt="2019-07-18T06:35:24.848" v="506" actId="478"/>
        <pc:sldMasterMkLst>
          <pc:docMk/>
          <pc:sldMasterMk cId="843623238" sldId="2147483648"/>
        </pc:sldMasterMkLst>
        <pc:sldLayoutChg chg="addSp delSp modSp">
          <pc:chgData name="Yunxuan Liu" userId="586587b3-05dd-4d6e-b7f9-09287e9fa419" providerId="ADAL" clId="{2F695B8F-56EF-4D72-9833-2BCA9717898A}" dt="2019-07-18T06:35:18.555" v="502" actId="478"/>
          <pc:sldLayoutMkLst>
            <pc:docMk/>
            <pc:sldMasterMk cId="843623238" sldId="2147483648"/>
            <pc:sldLayoutMk cId="1732245865" sldId="2147483649"/>
          </pc:sldLayoutMkLst>
          <pc:spChg chg="del">
            <ac:chgData name="Yunxuan Liu" userId="586587b3-05dd-4d6e-b7f9-09287e9fa419" providerId="ADAL" clId="{2F695B8F-56EF-4D72-9833-2BCA9717898A}" dt="2019-07-18T06:34:47.414" v="491" actId="478"/>
            <ac:spMkLst>
              <pc:docMk/>
              <pc:sldMasterMk cId="843623238" sldId="2147483648"/>
              <pc:sldLayoutMk cId="1732245865" sldId="2147483649"/>
              <ac:spMk id="3" creationId="{EE51C3E7-5ADE-4B3D-B78A-5761E7BFD106}"/>
            </ac:spMkLst>
          </pc:spChg>
          <pc:picChg chg="add del mod">
            <ac:chgData name="Yunxuan Liu" userId="586587b3-05dd-4d6e-b7f9-09287e9fa419" providerId="ADAL" clId="{2F695B8F-56EF-4D72-9833-2BCA9717898A}" dt="2019-07-18T06:35:18.555" v="502" actId="478"/>
            <ac:picMkLst>
              <pc:docMk/>
              <pc:sldMasterMk cId="843623238" sldId="2147483648"/>
              <pc:sldLayoutMk cId="1732245865" sldId="2147483649"/>
              <ac:picMk id="9" creationId="{69969AB2-E831-46AA-8DA3-8DB71ED4F5E6}"/>
            </ac:picMkLst>
          </pc:picChg>
        </pc:sldLayoutChg>
        <pc:sldLayoutChg chg="addSp delSp">
          <pc:chgData name="Yunxuan Liu" userId="586587b3-05dd-4d6e-b7f9-09287e9fa419" providerId="ADAL" clId="{2F695B8F-56EF-4D72-9833-2BCA9717898A}" dt="2019-07-18T06:35:24.848" v="506" actId="478"/>
          <pc:sldLayoutMkLst>
            <pc:docMk/>
            <pc:sldMasterMk cId="843623238" sldId="2147483648"/>
            <pc:sldLayoutMk cId="1221087291" sldId="2147483650"/>
          </pc:sldLayoutMkLst>
          <pc:spChg chg="del">
            <ac:chgData name="Yunxuan Liu" userId="586587b3-05dd-4d6e-b7f9-09287e9fa419" providerId="ADAL" clId="{2F695B8F-56EF-4D72-9833-2BCA9717898A}" dt="2019-07-18T06:35:03.875" v="499" actId="478"/>
            <ac:spMkLst>
              <pc:docMk/>
              <pc:sldMasterMk cId="843623238" sldId="2147483648"/>
              <pc:sldLayoutMk cId="1221087291" sldId="2147483650"/>
              <ac:spMk id="48" creationId="{4F2BE7E8-6F76-470C-ABB2-20CAC69DD5D8}"/>
            </ac:spMkLst>
          </pc:spChg>
          <pc:picChg chg="add del">
            <ac:chgData name="Yunxuan Liu" userId="586587b3-05dd-4d6e-b7f9-09287e9fa419" providerId="ADAL" clId="{2F695B8F-56EF-4D72-9833-2BCA9717898A}" dt="2019-07-18T06:35:24.848" v="506" actId="478"/>
            <ac:picMkLst>
              <pc:docMk/>
              <pc:sldMasterMk cId="843623238" sldId="2147483648"/>
              <pc:sldLayoutMk cId="1221087291" sldId="2147483650"/>
              <ac:picMk id="10" creationId="{0D666399-6A59-49C5-A720-5F3AD3695BA8}"/>
            </ac:picMkLst>
          </pc:picChg>
        </pc:sldLayoutChg>
        <pc:sldLayoutChg chg="addSp delSp">
          <pc:chgData name="Yunxuan Liu" userId="586587b3-05dd-4d6e-b7f9-09287e9fa419" providerId="ADAL" clId="{2F695B8F-56EF-4D72-9833-2BCA9717898A}" dt="2019-07-18T06:35:20.128" v="503" actId="478"/>
          <pc:sldLayoutMkLst>
            <pc:docMk/>
            <pc:sldMasterMk cId="843623238" sldId="2147483648"/>
            <pc:sldLayoutMk cId="836846395" sldId="2147483651"/>
          </pc:sldLayoutMkLst>
          <pc:spChg chg="del">
            <ac:chgData name="Yunxuan Liu" userId="586587b3-05dd-4d6e-b7f9-09287e9fa419" providerId="ADAL" clId="{2F695B8F-56EF-4D72-9833-2BCA9717898A}" dt="2019-07-18T06:34:55.608" v="493" actId="478"/>
            <ac:spMkLst>
              <pc:docMk/>
              <pc:sldMasterMk cId="843623238" sldId="2147483648"/>
              <pc:sldLayoutMk cId="836846395" sldId="2147483651"/>
              <ac:spMk id="46" creationId="{43100021-0981-443A-A16F-7907B5BB696A}"/>
            </ac:spMkLst>
          </pc:spChg>
          <pc:picChg chg="add del">
            <ac:chgData name="Yunxuan Liu" userId="586587b3-05dd-4d6e-b7f9-09287e9fa419" providerId="ADAL" clId="{2F695B8F-56EF-4D72-9833-2BCA9717898A}" dt="2019-07-18T06:35:20.128" v="503" actId="478"/>
            <ac:picMkLst>
              <pc:docMk/>
              <pc:sldMasterMk cId="843623238" sldId="2147483648"/>
              <pc:sldLayoutMk cId="836846395" sldId="2147483651"/>
              <ac:picMk id="10" creationId="{F2E41C2A-8AA3-419E-B335-F36008F50721}"/>
            </ac:picMkLst>
          </pc:picChg>
        </pc:sldLayoutChg>
        <pc:sldLayoutChg chg="addSp delSp">
          <pc:chgData name="Yunxuan Liu" userId="586587b3-05dd-4d6e-b7f9-09287e9fa419" providerId="ADAL" clId="{2F695B8F-56EF-4D72-9833-2BCA9717898A}" dt="2019-07-18T06:35:21.609" v="504" actId="478"/>
          <pc:sldLayoutMkLst>
            <pc:docMk/>
            <pc:sldMasterMk cId="843623238" sldId="2147483648"/>
            <pc:sldLayoutMk cId="218682119" sldId="2147483652"/>
          </pc:sldLayoutMkLst>
          <pc:spChg chg="del">
            <ac:chgData name="Yunxuan Liu" userId="586587b3-05dd-4d6e-b7f9-09287e9fa419" providerId="ADAL" clId="{2F695B8F-56EF-4D72-9833-2BCA9717898A}" dt="2019-07-18T06:34:58.575" v="495" actId="478"/>
            <ac:spMkLst>
              <pc:docMk/>
              <pc:sldMasterMk cId="843623238" sldId="2147483648"/>
              <pc:sldLayoutMk cId="218682119" sldId="2147483652"/>
              <ac:spMk id="46" creationId="{EB440407-2FE3-4218-AA4E-98EA5C252EED}"/>
            </ac:spMkLst>
          </pc:spChg>
          <pc:picChg chg="add del">
            <ac:chgData name="Yunxuan Liu" userId="586587b3-05dd-4d6e-b7f9-09287e9fa419" providerId="ADAL" clId="{2F695B8F-56EF-4D72-9833-2BCA9717898A}" dt="2019-07-18T06:35:21.609" v="504" actId="478"/>
            <ac:picMkLst>
              <pc:docMk/>
              <pc:sldMasterMk cId="843623238" sldId="2147483648"/>
              <pc:sldLayoutMk cId="218682119" sldId="2147483652"/>
              <ac:picMk id="10" creationId="{B4A2EBCC-BF2B-482C-963E-BFD9C154B3C5}"/>
            </ac:picMkLst>
          </pc:picChg>
        </pc:sldLayoutChg>
        <pc:sldLayoutChg chg="addSp delSp">
          <pc:chgData name="Yunxuan Liu" userId="586587b3-05dd-4d6e-b7f9-09287e9fa419" providerId="ADAL" clId="{2F695B8F-56EF-4D72-9833-2BCA9717898A}" dt="2019-07-18T06:35:23.062" v="505" actId="478"/>
          <pc:sldLayoutMkLst>
            <pc:docMk/>
            <pc:sldMasterMk cId="843623238" sldId="2147483648"/>
            <pc:sldLayoutMk cId="238271200" sldId="2147483653"/>
          </pc:sldLayoutMkLst>
          <pc:spChg chg="del">
            <ac:chgData name="Yunxuan Liu" userId="586587b3-05dd-4d6e-b7f9-09287e9fa419" providerId="ADAL" clId="{2F695B8F-56EF-4D72-9833-2BCA9717898A}" dt="2019-07-18T06:35:01.260" v="497" actId="478"/>
            <ac:spMkLst>
              <pc:docMk/>
              <pc:sldMasterMk cId="843623238" sldId="2147483648"/>
              <pc:sldLayoutMk cId="238271200" sldId="2147483653"/>
              <ac:spMk id="47" creationId="{ABB8F78F-5737-45D1-94CF-51BB63CA5AA4}"/>
            </ac:spMkLst>
          </pc:spChg>
          <pc:picChg chg="add del">
            <ac:chgData name="Yunxuan Liu" userId="586587b3-05dd-4d6e-b7f9-09287e9fa419" providerId="ADAL" clId="{2F695B8F-56EF-4D72-9833-2BCA9717898A}" dt="2019-07-18T06:35:23.062" v="505" actId="478"/>
            <ac:picMkLst>
              <pc:docMk/>
              <pc:sldMasterMk cId="843623238" sldId="2147483648"/>
              <pc:sldLayoutMk cId="238271200" sldId="2147483653"/>
              <ac:picMk id="11" creationId="{2EFA3D73-7F0A-4AC0-82F3-893380EE2EB6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7C95319-441B-4D9F-98CE-1A53B32796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BF0EAF-3CD3-4EB6-9810-622620B7A7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BA161-F2EC-4A3B-989A-A1CB67A322F9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A0C624-D39D-451E-8952-18BAFACB45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D04956-786F-423D-B504-D05B3813A9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D49B8D-25B8-4DAD-B5ED-030995F24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845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C5753-DA09-4AA8-8CBE-6857F5CC9D8D}" type="datetimeFigureOut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95024-908D-462B-9B1F-7005F7AB55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469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95024-908D-462B-9B1F-7005F7AB552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458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95024-908D-462B-9B1F-7005F7AB552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158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95024-908D-462B-9B1F-7005F7AB552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654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95024-908D-462B-9B1F-7005F7AB552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266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95024-908D-462B-9B1F-7005F7AB552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353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: 圆顶角 118">
            <a:extLst>
              <a:ext uri="{FF2B5EF4-FFF2-40B4-BE49-F238E27FC236}">
                <a16:creationId xmlns:a16="http://schemas.microsoft.com/office/drawing/2014/main" id="{299666A6-A642-4134-85A4-22FD5313B3C8}"/>
              </a:ext>
            </a:extLst>
          </p:cNvPr>
          <p:cNvSpPr/>
          <p:nvPr userDrawn="1"/>
        </p:nvSpPr>
        <p:spPr>
          <a:xfrm>
            <a:off x="695325" y="251120"/>
            <a:ext cx="468049" cy="473348"/>
          </a:xfrm>
          <a:prstGeom prst="round2SameRect">
            <a:avLst>
              <a:gd name="adj1" fmla="val 13004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文本占位符 47">
            <a:extLst>
              <a:ext uri="{FF2B5EF4-FFF2-40B4-BE49-F238E27FC236}">
                <a16:creationId xmlns:a16="http://schemas.microsoft.com/office/drawing/2014/main" id="{FD2F1019-5C25-4CD6-8E2A-43FDC4E682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4590" y="226477"/>
            <a:ext cx="6678793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800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输入你的标题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A9020C3-D0E5-4AB9-92A2-3177EC03E208}"/>
              </a:ext>
            </a:extLst>
          </p:cNvPr>
          <p:cNvSpPr/>
          <p:nvPr userDrawn="1"/>
        </p:nvSpPr>
        <p:spPr>
          <a:xfrm>
            <a:off x="0" y="6519108"/>
            <a:ext cx="12192000" cy="33889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6000"/>
                  <a:lumOff val="24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8" name="graduation-cap_8161">
            <a:extLst>
              <a:ext uri="{FF2B5EF4-FFF2-40B4-BE49-F238E27FC236}">
                <a16:creationId xmlns:a16="http://schemas.microsoft.com/office/drawing/2014/main" id="{FE39FAAA-06E1-47B1-8578-B2D6583DD03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724045" y="368648"/>
            <a:ext cx="410608" cy="252549"/>
          </a:xfrm>
          <a:custGeom>
            <a:avLst/>
            <a:gdLst>
              <a:gd name="T0" fmla="*/ 2978 w 3278"/>
              <a:gd name="T1" fmla="*/ 1349 h 2019"/>
              <a:gd name="T2" fmla="*/ 2976 w 3278"/>
              <a:gd name="T3" fmla="*/ 1036 h 2019"/>
              <a:gd name="T4" fmla="*/ 3278 w 3278"/>
              <a:gd name="T5" fmla="*/ 867 h 2019"/>
              <a:gd name="T6" fmla="*/ 1634 w 3278"/>
              <a:gd name="T7" fmla="*/ 0 h 2019"/>
              <a:gd name="T8" fmla="*/ 0 w 3278"/>
              <a:gd name="T9" fmla="*/ 884 h 2019"/>
              <a:gd name="T10" fmla="*/ 655 w 3278"/>
              <a:gd name="T11" fmla="*/ 1260 h 2019"/>
              <a:gd name="T12" fmla="*/ 657 w 3278"/>
              <a:gd name="T13" fmla="*/ 1484 h 2019"/>
              <a:gd name="T14" fmla="*/ 657 w 3278"/>
              <a:gd name="T15" fmla="*/ 1502 h 2019"/>
              <a:gd name="T16" fmla="*/ 663 w 3278"/>
              <a:gd name="T17" fmla="*/ 1499 h 2019"/>
              <a:gd name="T18" fmla="*/ 651 w 3278"/>
              <a:gd name="T19" fmla="*/ 1528 h 2019"/>
              <a:gd name="T20" fmla="*/ 1644 w 3278"/>
              <a:gd name="T21" fmla="*/ 1722 h 2019"/>
              <a:gd name="T22" fmla="*/ 2634 w 3278"/>
              <a:gd name="T23" fmla="*/ 1517 h 2019"/>
              <a:gd name="T24" fmla="*/ 2622 w 3278"/>
              <a:gd name="T25" fmla="*/ 1488 h 2019"/>
              <a:gd name="T26" fmla="*/ 2628 w 3278"/>
              <a:gd name="T27" fmla="*/ 1491 h 2019"/>
              <a:gd name="T28" fmla="*/ 2628 w 3278"/>
              <a:gd name="T29" fmla="*/ 1473 h 2019"/>
              <a:gd name="T30" fmla="*/ 2627 w 3278"/>
              <a:gd name="T31" fmla="*/ 1249 h 2019"/>
              <a:gd name="T32" fmla="*/ 2911 w 3278"/>
              <a:gd name="T33" fmla="*/ 1072 h 2019"/>
              <a:gd name="T34" fmla="*/ 2913 w 3278"/>
              <a:gd name="T35" fmla="*/ 1350 h 2019"/>
              <a:gd name="T36" fmla="*/ 2860 w 3278"/>
              <a:gd name="T37" fmla="*/ 1430 h 2019"/>
              <a:gd name="T38" fmla="*/ 2946 w 3278"/>
              <a:gd name="T39" fmla="*/ 1515 h 2019"/>
              <a:gd name="T40" fmla="*/ 3031 w 3278"/>
              <a:gd name="T41" fmla="*/ 1429 h 2019"/>
              <a:gd name="T42" fmla="*/ 2978 w 3278"/>
              <a:gd name="T43" fmla="*/ 1349 h 2019"/>
              <a:gd name="T44" fmla="*/ 1643 w 3278"/>
              <a:gd name="T45" fmla="*/ 1646 h 2019"/>
              <a:gd name="T46" fmla="*/ 763 w 3278"/>
              <a:gd name="T47" fmla="*/ 1527 h 2019"/>
              <a:gd name="T48" fmla="*/ 1642 w 3278"/>
              <a:gd name="T49" fmla="*/ 1399 h 2019"/>
              <a:gd name="T50" fmla="*/ 2522 w 3278"/>
              <a:gd name="T51" fmla="*/ 1518 h 2019"/>
              <a:gd name="T52" fmla="*/ 1643 w 3278"/>
              <a:gd name="T53" fmla="*/ 1646 h 2019"/>
              <a:gd name="T54" fmla="*/ 2604 w 3278"/>
              <a:gd name="T55" fmla="*/ 1067 h 2019"/>
              <a:gd name="T56" fmla="*/ 1639 w 3278"/>
              <a:gd name="T57" fmla="*/ 819 h 2019"/>
              <a:gd name="T58" fmla="*/ 676 w 3278"/>
              <a:gd name="T59" fmla="*/ 1077 h 2019"/>
              <a:gd name="T60" fmla="*/ 676 w 3278"/>
              <a:gd name="T61" fmla="*/ 1011 h 2019"/>
              <a:gd name="T62" fmla="*/ 1638 w 3278"/>
              <a:gd name="T63" fmla="*/ 720 h 2019"/>
              <a:gd name="T64" fmla="*/ 2604 w 3278"/>
              <a:gd name="T65" fmla="*/ 1001 h 2019"/>
              <a:gd name="T66" fmla="*/ 2604 w 3278"/>
              <a:gd name="T67" fmla="*/ 1067 h 2019"/>
              <a:gd name="T68" fmla="*/ 2877 w 3278"/>
              <a:gd name="T69" fmla="*/ 1534 h 2019"/>
              <a:gd name="T70" fmla="*/ 2843 w 3278"/>
              <a:gd name="T71" fmla="*/ 2019 h 2019"/>
              <a:gd name="T72" fmla="*/ 3033 w 3278"/>
              <a:gd name="T73" fmla="*/ 1917 h 2019"/>
              <a:gd name="T74" fmla="*/ 3031 w 3278"/>
              <a:gd name="T75" fmla="*/ 1533 h 2019"/>
              <a:gd name="T76" fmla="*/ 2877 w 3278"/>
              <a:gd name="T77" fmla="*/ 1534 h 20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278" h="2019">
                <a:moveTo>
                  <a:pt x="2978" y="1349"/>
                </a:moveTo>
                <a:lnTo>
                  <a:pt x="2976" y="1036"/>
                </a:lnTo>
                <a:lnTo>
                  <a:pt x="3278" y="867"/>
                </a:lnTo>
                <a:lnTo>
                  <a:pt x="1634" y="0"/>
                </a:lnTo>
                <a:lnTo>
                  <a:pt x="0" y="884"/>
                </a:lnTo>
                <a:lnTo>
                  <a:pt x="655" y="1260"/>
                </a:lnTo>
                <a:lnTo>
                  <a:pt x="657" y="1484"/>
                </a:lnTo>
                <a:lnTo>
                  <a:pt x="657" y="1502"/>
                </a:lnTo>
                <a:lnTo>
                  <a:pt x="663" y="1499"/>
                </a:lnTo>
                <a:cubicBezTo>
                  <a:pt x="656" y="1508"/>
                  <a:pt x="651" y="1518"/>
                  <a:pt x="651" y="1528"/>
                </a:cubicBezTo>
                <a:cubicBezTo>
                  <a:pt x="652" y="1638"/>
                  <a:pt x="1096" y="1725"/>
                  <a:pt x="1644" y="1722"/>
                </a:cubicBezTo>
                <a:cubicBezTo>
                  <a:pt x="2191" y="1719"/>
                  <a:pt x="2634" y="1627"/>
                  <a:pt x="2634" y="1517"/>
                </a:cubicBezTo>
                <a:cubicBezTo>
                  <a:pt x="2634" y="1507"/>
                  <a:pt x="2629" y="1498"/>
                  <a:pt x="2622" y="1488"/>
                </a:cubicBezTo>
                <a:lnTo>
                  <a:pt x="2628" y="1491"/>
                </a:lnTo>
                <a:lnTo>
                  <a:pt x="2628" y="1473"/>
                </a:lnTo>
                <a:lnTo>
                  <a:pt x="2627" y="1249"/>
                </a:lnTo>
                <a:lnTo>
                  <a:pt x="2911" y="1072"/>
                </a:lnTo>
                <a:lnTo>
                  <a:pt x="2913" y="1350"/>
                </a:lnTo>
                <a:cubicBezTo>
                  <a:pt x="2881" y="1363"/>
                  <a:pt x="2860" y="1394"/>
                  <a:pt x="2860" y="1430"/>
                </a:cubicBezTo>
                <a:cubicBezTo>
                  <a:pt x="2860" y="1477"/>
                  <a:pt x="2898" y="1515"/>
                  <a:pt x="2946" y="1515"/>
                </a:cubicBezTo>
                <a:cubicBezTo>
                  <a:pt x="2994" y="1515"/>
                  <a:pt x="3032" y="1476"/>
                  <a:pt x="3031" y="1429"/>
                </a:cubicBezTo>
                <a:cubicBezTo>
                  <a:pt x="3031" y="1393"/>
                  <a:pt x="3009" y="1363"/>
                  <a:pt x="2978" y="1349"/>
                </a:cubicBezTo>
                <a:close/>
                <a:moveTo>
                  <a:pt x="1643" y="1646"/>
                </a:moveTo>
                <a:cubicBezTo>
                  <a:pt x="1157" y="1649"/>
                  <a:pt x="763" y="1595"/>
                  <a:pt x="763" y="1527"/>
                </a:cubicBezTo>
                <a:cubicBezTo>
                  <a:pt x="762" y="1459"/>
                  <a:pt x="1156" y="1402"/>
                  <a:pt x="1642" y="1399"/>
                </a:cubicBezTo>
                <a:cubicBezTo>
                  <a:pt x="2128" y="1397"/>
                  <a:pt x="2522" y="1450"/>
                  <a:pt x="2522" y="1518"/>
                </a:cubicBezTo>
                <a:cubicBezTo>
                  <a:pt x="2523" y="1586"/>
                  <a:pt x="2129" y="1643"/>
                  <a:pt x="1643" y="1646"/>
                </a:cubicBezTo>
                <a:close/>
                <a:moveTo>
                  <a:pt x="2604" y="1067"/>
                </a:moveTo>
                <a:cubicBezTo>
                  <a:pt x="2539" y="998"/>
                  <a:pt x="2303" y="815"/>
                  <a:pt x="1639" y="819"/>
                </a:cubicBezTo>
                <a:cubicBezTo>
                  <a:pt x="974" y="822"/>
                  <a:pt x="741" y="1007"/>
                  <a:pt x="676" y="1077"/>
                </a:cubicBezTo>
                <a:lnTo>
                  <a:pt x="676" y="1011"/>
                </a:lnTo>
                <a:cubicBezTo>
                  <a:pt x="676" y="1011"/>
                  <a:pt x="864" y="724"/>
                  <a:pt x="1638" y="720"/>
                </a:cubicBezTo>
                <a:cubicBezTo>
                  <a:pt x="2412" y="716"/>
                  <a:pt x="2604" y="1001"/>
                  <a:pt x="2604" y="1001"/>
                </a:cubicBezTo>
                <a:lnTo>
                  <a:pt x="2604" y="1067"/>
                </a:lnTo>
                <a:close/>
                <a:moveTo>
                  <a:pt x="2877" y="1534"/>
                </a:moveTo>
                <a:lnTo>
                  <a:pt x="2843" y="2019"/>
                </a:lnTo>
                <a:cubicBezTo>
                  <a:pt x="2947" y="1857"/>
                  <a:pt x="3033" y="1917"/>
                  <a:pt x="3033" y="1917"/>
                </a:cubicBezTo>
                <a:lnTo>
                  <a:pt x="3031" y="1533"/>
                </a:lnTo>
                <a:cubicBezTo>
                  <a:pt x="2920" y="1577"/>
                  <a:pt x="2877" y="1534"/>
                  <a:pt x="2877" y="153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289A089-82EB-4E50-B135-F9FBA550E6A4}"/>
              </a:ext>
            </a:extLst>
          </p:cNvPr>
          <p:cNvCxnSpPr>
            <a:cxnSpLocks/>
          </p:cNvCxnSpPr>
          <p:nvPr userDrawn="1"/>
        </p:nvCxnSpPr>
        <p:spPr>
          <a:xfrm>
            <a:off x="695325" y="725228"/>
            <a:ext cx="10801350" cy="5926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245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47">
            <a:extLst>
              <a:ext uri="{FF2B5EF4-FFF2-40B4-BE49-F238E27FC236}">
                <a16:creationId xmlns:a16="http://schemas.microsoft.com/office/drawing/2014/main" id="{FD2F1019-5C25-4CD6-8E2A-43FDC4E682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4348" y="224047"/>
            <a:ext cx="6678793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800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输入你的标题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67FE817-A588-4372-8F76-87B3D2A2310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325" y="1445042"/>
            <a:ext cx="10796079" cy="425767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4" name="矩形: 圆顶角 123">
            <a:extLst>
              <a:ext uri="{FF2B5EF4-FFF2-40B4-BE49-F238E27FC236}">
                <a16:creationId xmlns:a16="http://schemas.microsoft.com/office/drawing/2014/main" id="{0D403F0F-74B3-46E8-A295-7B06F22A2408}"/>
              </a:ext>
            </a:extLst>
          </p:cNvPr>
          <p:cNvSpPr/>
          <p:nvPr userDrawn="1"/>
        </p:nvSpPr>
        <p:spPr>
          <a:xfrm>
            <a:off x="695325" y="251120"/>
            <a:ext cx="468049" cy="473348"/>
          </a:xfrm>
          <a:prstGeom prst="round2SameRect">
            <a:avLst>
              <a:gd name="adj1" fmla="val 13004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185788C0-ED08-450A-8D98-CC15FA83BCA5}"/>
              </a:ext>
            </a:extLst>
          </p:cNvPr>
          <p:cNvSpPr/>
          <p:nvPr userDrawn="1"/>
        </p:nvSpPr>
        <p:spPr>
          <a:xfrm>
            <a:off x="0" y="6519108"/>
            <a:ext cx="12192000" cy="33889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6000"/>
                  <a:lumOff val="24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3" name="graduation-cap_8161">
            <a:extLst>
              <a:ext uri="{FF2B5EF4-FFF2-40B4-BE49-F238E27FC236}">
                <a16:creationId xmlns:a16="http://schemas.microsoft.com/office/drawing/2014/main" id="{9DF96706-9838-4CAC-8DB5-3FE09526E0C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724045" y="368648"/>
            <a:ext cx="410608" cy="252549"/>
          </a:xfrm>
          <a:custGeom>
            <a:avLst/>
            <a:gdLst>
              <a:gd name="T0" fmla="*/ 2978 w 3278"/>
              <a:gd name="T1" fmla="*/ 1349 h 2019"/>
              <a:gd name="T2" fmla="*/ 2976 w 3278"/>
              <a:gd name="T3" fmla="*/ 1036 h 2019"/>
              <a:gd name="T4" fmla="*/ 3278 w 3278"/>
              <a:gd name="T5" fmla="*/ 867 h 2019"/>
              <a:gd name="T6" fmla="*/ 1634 w 3278"/>
              <a:gd name="T7" fmla="*/ 0 h 2019"/>
              <a:gd name="T8" fmla="*/ 0 w 3278"/>
              <a:gd name="T9" fmla="*/ 884 h 2019"/>
              <a:gd name="T10" fmla="*/ 655 w 3278"/>
              <a:gd name="T11" fmla="*/ 1260 h 2019"/>
              <a:gd name="T12" fmla="*/ 657 w 3278"/>
              <a:gd name="T13" fmla="*/ 1484 h 2019"/>
              <a:gd name="T14" fmla="*/ 657 w 3278"/>
              <a:gd name="T15" fmla="*/ 1502 h 2019"/>
              <a:gd name="T16" fmla="*/ 663 w 3278"/>
              <a:gd name="T17" fmla="*/ 1499 h 2019"/>
              <a:gd name="T18" fmla="*/ 651 w 3278"/>
              <a:gd name="T19" fmla="*/ 1528 h 2019"/>
              <a:gd name="T20" fmla="*/ 1644 w 3278"/>
              <a:gd name="T21" fmla="*/ 1722 h 2019"/>
              <a:gd name="T22" fmla="*/ 2634 w 3278"/>
              <a:gd name="T23" fmla="*/ 1517 h 2019"/>
              <a:gd name="T24" fmla="*/ 2622 w 3278"/>
              <a:gd name="T25" fmla="*/ 1488 h 2019"/>
              <a:gd name="T26" fmla="*/ 2628 w 3278"/>
              <a:gd name="T27" fmla="*/ 1491 h 2019"/>
              <a:gd name="T28" fmla="*/ 2628 w 3278"/>
              <a:gd name="T29" fmla="*/ 1473 h 2019"/>
              <a:gd name="T30" fmla="*/ 2627 w 3278"/>
              <a:gd name="T31" fmla="*/ 1249 h 2019"/>
              <a:gd name="T32" fmla="*/ 2911 w 3278"/>
              <a:gd name="T33" fmla="*/ 1072 h 2019"/>
              <a:gd name="T34" fmla="*/ 2913 w 3278"/>
              <a:gd name="T35" fmla="*/ 1350 h 2019"/>
              <a:gd name="T36" fmla="*/ 2860 w 3278"/>
              <a:gd name="T37" fmla="*/ 1430 h 2019"/>
              <a:gd name="T38" fmla="*/ 2946 w 3278"/>
              <a:gd name="T39" fmla="*/ 1515 h 2019"/>
              <a:gd name="T40" fmla="*/ 3031 w 3278"/>
              <a:gd name="T41" fmla="*/ 1429 h 2019"/>
              <a:gd name="T42" fmla="*/ 2978 w 3278"/>
              <a:gd name="T43" fmla="*/ 1349 h 2019"/>
              <a:gd name="T44" fmla="*/ 1643 w 3278"/>
              <a:gd name="T45" fmla="*/ 1646 h 2019"/>
              <a:gd name="T46" fmla="*/ 763 w 3278"/>
              <a:gd name="T47" fmla="*/ 1527 h 2019"/>
              <a:gd name="T48" fmla="*/ 1642 w 3278"/>
              <a:gd name="T49" fmla="*/ 1399 h 2019"/>
              <a:gd name="T50" fmla="*/ 2522 w 3278"/>
              <a:gd name="T51" fmla="*/ 1518 h 2019"/>
              <a:gd name="T52" fmla="*/ 1643 w 3278"/>
              <a:gd name="T53" fmla="*/ 1646 h 2019"/>
              <a:gd name="T54" fmla="*/ 2604 w 3278"/>
              <a:gd name="T55" fmla="*/ 1067 h 2019"/>
              <a:gd name="T56" fmla="*/ 1639 w 3278"/>
              <a:gd name="T57" fmla="*/ 819 h 2019"/>
              <a:gd name="T58" fmla="*/ 676 w 3278"/>
              <a:gd name="T59" fmla="*/ 1077 h 2019"/>
              <a:gd name="T60" fmla="*/ 676 w 3278"/>
              <a:gd name="T61" fmla="*/ 1011 h 2019"/>
              <a:gd name="T62" fmla="*/ 1638 w 3278"/>
              <a:gd name="T63" fmla="*/ 720 h 2019"/>
              <a:gd name="T64" fmla="*/ 2604 w 3278"/>
              <a:gd name="T65" fmla="*/ 1001 h 2019"/>
              <a:gd name="T66" fmla="*/ 2604 w 3278"/>
              <a:gd name="T67" fmla="*/ 1067 h 2019"/>
              <a:gd name="T68" fmla="*/ 2877 w 3278"/>
              <a:gd name="T69" fmla="*/ 1534 h 2019"/>
              <a:gd name="T70" fmla="*/ 2843 w 3278"/>
              <a:gd name="T71" fmla="*/ 2019 h 2019"/>
              <a:gd name="T72" fmla="*/ 3033 w 3278"/>
              <a:gd name="T73" fmla="*/ 1917 h 2019"/>
              <a:gd name="T74" fmla="*/ 3031 w 3278"/>
              <a:gd name="T75" fmla="*/ 1533 h 2019"/>
              <a:gd name="T76" fmla="*/ 2877 w 3278"/>
              <a:gd name="T77" fmla="*/ 1534 h 20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278" h="2019">
                <a:moveTo>
                  <a:pt x="2978" y="1349"/>
                </a:moveTo>
                <a:lnTo>
                  <a:pt x="2976" y="1036"/>
                </a:lnTo>
                <a:lnTo>
                  <a:pt x="3278" y="867"/>
                </a:lnTo>
                <a:lnTo>
                  <a:pt x="1634" y="0"/>
                </a:lnTo>
                <a:lnTo>
                  <a:pt x="0" y="884"/>
                </a:lnTo>
                <a:lnTo>
                  <a:pt x="655" y="1260"/>
                </a:lnTo>
                <a:lnTo>
                  <a:pt x="657" y="1484"/>
                </a:lnTo>
                <a:lnTo>
                  <a:pt x="657" y="1502"/>
                </a:lnTo>
                <a:lnTo>
                  <a:pt x="663" y="1499"/>
                </a:lnTo>
                <a:cubicBezTo>
                  <a:pt x="656" y="1508"/>
                  <a:pt x="651" y="1518"/>
                  <a:pt x="651" y="1528"/>
                </a:cubicBezTo>
                <a:cubicBezTo>
                  <a:pt x="652" y="1638"/>
                  <a:pt x="1096" y="1725"/>
                  <a:pt x="1644" y="1722"/>
                </a:cubicBezTo>
                <a:cubicBezTo>
                  <a:pt x="2191" y="1719"/>
                  <a:pt x="2634" y="1627"/>
                  <a:pt x="2634" y="1517"/>
                </a:cubicBezTo>
                <a:cubicBezTo>
                  <a:pt x="2634" y="1507"/>
                  <a:pt x="2629" y="1498"/>
                  <a:pt x="2622" y="1488"/>
                </a:cubicBezTo>
                <a:lnTo>
                  <a:pt x="2628" y="1491"/>
                </a:lnTo>
                <a:lnTo>
                  <a:pt x="2628" y="1473"/>
                </a:lnTo>
                <a:lnTo>
                  <a:pt x="2627" y="1249"/>
                </a:lnTo>
                <a:lnTo>
                  <a:pt x="2911" y="1072"/>
                </a:lnTo>
                <a:lnTo>
                  <a:pt x="2913" y="1350"/>
                </a:lnTo>
                <a:cubicBezTo>
                  <a:pt x="2881" y="1363"/>
                  <a:pt x="2860" y="1394"/>
                  <a:pt x="2860" y="1430"/>
                </a:cubicBezTo>
                <a:cubicBezTo>
                  <a:pt x="2860" y="1477"/>
                  <a:pt x="2898" y="1515"/>
                  <a:pt x="2946" y="1515"/>
                </a:cubicBezTo>
                <a:cubicBezTo>
                  <a:pt x="2994" y="1515"/>
                  <a:pt x="3032" y="1476"/>
                  <a:pt x="3031" y="1429"/>
                </a:cubicBezTo>
                <a:cubicBezTo>
                  <a:pt x="3031" y="1393"/>
                  <a:pt x="3009" y="1363"/>
                  <a:pt x="2978" y="1349"/>
                </a:cubicBezTo>
                <a:close/>
                <a:moveTo>
                  <a:pt x="1643" y="1646"/>
                </a:moveTo>
                <a:cubicBezTo>
                  <a:pt x="1157" y="1649"/>
                  <a:pt x="763" y="1595"/>
                  <a:pt x="763" y="1527"/>
                </a:cubicBezTo>
                <a:cubicBezTo>
                  <a:pt x="762" y="1459"/>
                  <a:pt x="1156" y="1402"/>
                  <a:pt x="1642" y="1399"/>
                </a:cubicBezTo>
                <a:cubicBezTo>
                  <a:pt x="2128" y="1397"/>
                  <a:pt x="2522" y="1450"/>
                  <a:pt x="2522" y="1518"/>
                </a:cubicBezTo>
                <a:cubicBezTo>
                  <a:pt x="2523" y="1586"/>
                  <a:pt x="2129" y="1643"/>
                  <a:pt x="1643" y="1646"/>
                </a:cubicBezTo>
                <a:close/>
                <a:moveTo>
                  <a:pt x="2604" y="1067"/>
                </a:moveTo>
                <a:cubicBezTo>
                  <a:pt x="2539" y="998"/>
                  <a:pt x="2303" y="815"/>
                  <a:pt x="1639" y="819"/>
                </a:cubicBezTo>
                <a:cubicBezTo>
                  <a:pt x="974" y="822"/>
                  <a:pt x="741" y="1007"/>
                  <a:pt x="676" y="1077"/>
                </a:cubicBezTo>
                <a:lnTo>
                  <a:pt x="676" y="1011"/>
                </a:lnTo>
                <a:cubicBezTo>
                  <a:pt x="676" y="1011"/>
                  <a:pt x="864" y="724"/>
                  <a:pt x="1638" y="720"/>
                </a:cubicBezTo>
                <a:cubicBezTo>
                  <a:pt x="2412" y="716"/>
                  <a:pt x="2604" y="1001"/>
                  <a:pt x="2604" y="1001"/>
                </a:cubicBezTo>
                <a:lnTo>
                  <a:pt x="2604" y="1067"/>
                </a:lnTo>
                <a:close/>
                <a:moveTo>
                  <a:pt x="2877" y="1534"/>
                </a:moveTo>
                <a:lnTo>
                  <a:pt x="2843" y="2019"/>
                </a:lnTo>
                <a:cubicBezTo>
                  <a:pt x="2947" y="1857"/>
                  <a:pt x="3033" y="1917"/>
                  <a:pt x="3033" y="1917"/>
                </a:cubicBezTo>
                <a:lnTo>
                  <a:pt x="3031" y="1533"/>
                </a:lnTo>
                <a:cubicBezTo>
                  <a:pt x="2920" y="1577"/>
                  <a:pt x="2877" y="1534"/>
                  <a:pt x="2877" y="153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</p: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5E920AD8-830D-4F34-9677-8EA673CEC710}"/>
              </a:ext>
            </a:extLst>
          </p:cNvPr>
          <p:cNvCxnSpPr>
            <a:cxnSpLocks/>
          </p:cNvCxnSpPr>
          <p:nvPr userDrawn="1"/>
        </p:nvCxnSpPr>
        <p:spPr>
          <a:xfrm>
            <a:off x="695325" y="725228"/>
            <a:ext cx="10801350" cy="5926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84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47">
            <a:extLst>
              <a:ext uri="{FF2B5EF4-FFF2-40B4-BE49-F238E27FC236}">
                <a16:creationId xmlns:a16="http://schemas.microsoft.com/office/drawing/2014/main" id="{FD2F1019-5C25-4CD6-8E2A-43FDC4E682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3688" y="226431"/>
            <a:ext cx="6678793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800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输入你的标题</a:t>
            </a:r>
          </a:p>
        </p:txBody>
      </p:sp>
      <p:sp>
        <p:nvSpPr>
          <p:cNvPr id="4" name="图片占位符 3">
            <a:extLst>
              <a:ext uri="{FF2B5EF4-FFF2-40B4-BE49-F238E27FC236}">
                <a16:creationId xmlns:a16="http://schemas.microsoft.com/office/drawing/2014/main" id="{0275C59C-E7FB-4C4C-BA6E-9BBD206B6FD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2000" y="1788606"/>
            <a:ext cx="3700080" cy="3738431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5" name="矩形: 圆顶角 124">
            <a:extLst>
              <a:ext uri="{FF2B5EF4-FFF2-40B4-BE49-F238E27FC236}">
                <a16:creationId xmlns:a16="http://schemas.microsoft.com/office/drawing/2014/main" id="{E327BCB6-BD97-4B4F-AEE6-B1660D3693C6}"/>
              </a:ext>
            </a:extLst>
          </p:cNvPr>
          <p:cNvSpPr/>
          <p:nvPr userDrawn="1"/>
        </p:nvSpPr>
        <p:spPr>
          <a:xfrm>
            <a:off x="695325" y="251120"/>
            <a:ext cx="468049" cy="473348"/>
          </a:xfrm>
          <a:prstGeom prst="round2SameRect">
            <a:avLst>
              <a:gd name="adj1" fmla="val 13004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F8234EEA-AC07-46FF-A353-17698ABE5650}"/>
              </a:ext>
            </a:extLst>
          </p:cNvPr>
          <p:cNvSpPr/>
          <p:nvPr userDrawn="1"/>
        </p:nvSpPr>
        <p:spPr>
          <a:xfrm>
            <a:off x="0" y="6519108"/>
            <a:ext cx="12192000" cy="33889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6000"/>
                  <a:lumOff val="24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4" name="graduation-cap_8161">
            <a:extLst>
              <a:ext uri="{FF2B5EF4-FFF2-40B4-BE49-F238E27FC236}">
                <a16:creationId xmlns:a16="http://schemas.microsoft.com/office/drawing/2014/main" id="{30601A1E-5B48-4410-8C88-BF31B498605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724045" y="368648"/>
            <a:ext cx="410608" cy="252549"/>
          </a:xfrm>
          <a:custGeom>
            <a:avLst/>
            <a:gdLst>
              <a:gd name="T0" fmla="*/ 2978 w 3278"/>
              <a:gd name="T1" fmla="*/ 1349 h 2019"/>
              <a:gd name="T2" fmla="*/ 2976 w 3278"/>
              <a:gd name="T3" fmla="*/ 1036 h 2019"/>
              <a:gd name="T4" fmla="*/ 3278 w 3278"/>
              <a:gd name="T5" fmla="*/ 867 h 2019"/>
              <a:gd name="T6" fmla="*/ 1634 w 3278"/>
              <a:gd name="T7" fmla="*/ 0 h 2019"/>
              <a:gd name="T8" fmla="*/ 0 w 3278"/>
              <a:gd name="T9" fmla="*/ 884 h 2019"/>
              <a:gd name="T10" fmla="*/ 655 w 3278"/>
              <a:gd name="T11" fmla="*/ 1260 h 2019"/>
              <a:gd name="T12" fmla="*/ 657 w 3278"/>
              <a:gd name="T13" fmla="*/ 1484 h 2019"/>
              <a:gd name="T14" fmla="*/ 657 w 3278"/>
              <a:gd name="T15" fmla="*/ 1502 h 2019"/>
              <a:gd name="T16" fmla="*/ 663 w 3278"/>
              <a:gd name="T17" fmla="*/ 1499 h 2019"/>
              <a:gd name="T18" fmla="*/ 651 w 3278"/>
              <a:gd name="T19" fmla="*/ 1528 h 2019"/>
              <a:gd name="T20" fmla="*/ 1644 w 3278"/>
              <a:gd name="T21" fmla="*/ 1722 h 2019"/>
              <a:gd name="T22" fmla="*/ 2634 w 3278"/>
              <a:gd name="T23" fmla="*/ 1517 h 2019"/>
              <a:gd name="T24" fmla="*/ 2622 w 3278"/>
              <a:gd name="T25" fmla="*/ 1488 h 2019"/>
              <a:gd name="T26" fmla="*/ 2628 w 3278"/>
              <a:gd name="T27" fmla="*/ 1491 h 2019"/>
              <a:gd name="T28" fmla="*/ 2628 w 3278"/>
              <a:gd name="T29" fmla="*/ 1473 h 2019"/>
              <a:gd name="T30" fmla="*/ 2627 w 3278"/>
              <a:gd name="T31" fmla="*/ 1249 h 2019"/>
              <a:gd name="T32" fmla="*/ 2911 w 3278"/>
              <a:gd name="T33" fmla="*/ 1072 h 2019"/>
              <a:gd name="T34" fmla="*/ 2913 w 3278"/>
              <a:gd name="T35" fmla="*/ 1350 h 2019"/>
              <a:gd name="T36" fmla="*/ 2860 w 3278"/>
              <a:gd name="T37" fmla="*/ 1430 h 2019"/>
              <a:gd name="T38" fmla="*/ 2946 w 3278"/>
              <a:gd name="T39" fmla="*/ 1515 h 2019"/>
              <a:gd name="T40" fmla="*/ 3031 w 3278"/>
              <a:gd name="T41" fmla="*/ 1429 h 2019"/>
              <a:gd name="T42" fmla="*/ 2978 w 3278"/>
              <a:gd name="T43" fmla="*/ 1349 h 2019"/>
              <a:gd name="T44" fmla="*/ 1643 w 3278"/>
              <a:gd name="T45" fmla="*/ 1646 h 2019"/>
              <a:gd name="T46" fmla="*/ 763 w 3278"/>
              <a:gd name="T47" fmla="*/ 1527 h 2019"/>
              <a:gd name="T48" fmla="*/ 1642 w 3278"/>
              <a:gd name="T49" fmla="*/ 1399 h 2019"/>
              <a:gd name="T50" fmla="*/ 2522 w 3278"/>
              <a:gd name="T51" fmla="*/ 1518 h 2019"/>
              <a:gd name="T52" fmla="*/ 1643 w 3278"/>
              <a:gd name="T53" fmla="*/ 1646 h 2019"/>
              <a:gd name="T54" fmla="*/ 2604 w 3278"/>
              <a:gd name="T55" fmla="*/ 1067 h 2019"/>
              <a:gd name="T56" fmla="*/ 1639 w 3278"/>
              <a:gd name="T57" fmla="*/ 819 h 2019"/>
              <a:gd name="T58" fmla="*/ 676 w 3278"/>
              <a:gd name="T59" fmla="*/ 1077 h 2019"/>
              <a:gd name="T60" fmla="*/ 676 w 3278"/>
              <a:gd name="T61" fmla="*/ 1011 h 2019"/>
              <a:gd name="T62" fmla="*/ 1638 w 3278"/>
              <a:gd name="T63" fmla="*/ 720 h 2019"/>
              <a:gd name="T64" fmla="*/ 2604 w 3278"/>
              <a:gd name="T65" fmla="*/ 1001 h 2019"/>
              <a:gd name="T66" fmla="*/ 2604 w 3278"/>
              <a:gd name="T67" fmla="*/ 1067 h 2019"/>
              <a:gd name="T68" fmla="*/ 2877 w 3278"/>
              <a:gd name="T69" fmla="*/ 1534 h 2019"/>
              <a:gd name="T70" fmla="*/ 2843 w 3278"/>
              <a:gd name="T71" fmla="*/ 2019 h 2019"/>
              <a:gd name="T72" fmla="*/ 3033 w 3278"/>
              <a:gd name="T73" fmla="*/ 1917 h 2019"/>
              <a:gd name="T74" fmla="*/ 3031 w 3278"/>
              <a:gd name="T75" fmla="*/ 1533 h 2019"/>
              <a:gd name="T76" fmla="*/ 2877 w 3278"/>
              <a:gd name="T77" fmla="*/ 1534 h 20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278" h="2019">
                <a:moveTo>
                  <a:pt x="2978" y="1349"/>
                </a:moveTo>
                <a:lnTo>
                  <a:pt x="2976" y="1036"/>
                </a:lnTo>
                <a:lnTo>
                  <a:pt x="3278" y="867"/>
                </a:lnTo>
                <a:lnTo>
                  <a:pt x="1634" y="0"/>
                </a:lnTo>
                <a:lnTo>
                  <a:pt x="0" y="884"/>
                </a:lnTo>
                <a:lnTo>
                  <a:pt x="655" y="1260"/>
                </a:lnTo>
                <a:lnTo>
                  <a:pt x="657" y="1484"/>
                </a:lnTo>
                <a:lnTo>
                  <a:pt x="657" y="1502"/>
                </a:lnTo>
                <a:lnTo>
                  <a:pt x="663" y="1499"/>
                </a:lnTo>
                <a:cubicBezTo>
                  <a:pt x="656" y="1508"/>
                  <a:pt x="651" y="1518"/>
                  <a:pt x="651" y="1528"/>
                </a:cubicBezTo>
                <a:cubicBezTo>
                  <a:pt x="652" y="1638"/>
                  <a:pt x="1096" y="1725"/>
                  <a:pt x="1644" y="1722"/>
                </a:cubicBezTo>
                <a:cubicBezTo>
                  <a:pt x="2191" y="1719"/>
                  <a:pt x="2634" y="1627"/>
                  <a:pt x="2634" y="1517"/>
                </a:cubicBezTo>
                <a:cubicBezTo>
                  <a:pt x="2634" y="1507"/>
                  <a:pt x="2629" y="1498"/>
                  <a:pt x="2622" y="1488"/>
                </a:cubicBezTo>
                <a:lnTo>
                  <a:pt x="2628" y="1491"/>
                </a:lnTo>
                <a:lnTo>
                  <a:pt x="2628" y="1473"/>
                </a:lnTo>
                <a:lnTo>
                  <a:pt x="2627" y="1249"/>
                </a:lnTo>
                <a:lnTo>
                  <a:pt x="2911" y="1072"/>
                </a:lnTo>
                <a:lnTo>
                  <a:pt x="2913" y="1350"/>
                </a:lnTo>
                <a:cubicBezTo>
                  <a:pt x="2881" y="1363"/>
                  <a:pt x="2860" y="1394"/>
                  <a:pt x="2860" y="1430"/>
                </a:cubicBezTo>
                <a:cubicBezTo>
                  <a:pt x="2860" y="1477"/>
                  <a:pt x="2898" y="1515"/>
                  <a:pt x="2946" y="1515"/>
                </a:cubicBezTo>
                <a:cubicBezTo>
                  <a:pt x="2994" y="1515"/>
                  <a:pt x="3032" y="1476"/>
                  <a:pt x="3031" y="1429"/>
                </a:cubicBezTo>
                <a:cubicBezTo>
                  <a:pt x="3031" y="1393"/>
                  <a:pt x="3009" y="1363"/>
                  <a:pt x="2978" y="1349"/>
                </a:cubicBezTo>
                <a:close/>
                <a:moveTo>
                  <a:pt x="1643" y="1646"/>
                </a:moveTo>
                <a:cubicBezTo>
                  <a:pt x="1157" y="1649"/>
                  <a:pt x="763" y="1595"/>
                  <a:pt x="763" y="1527"/>
                </a:cubicBezTo>
                <a:cubicBezTo>
                  <a:pt x="762" y="1459"/>
                  <a:pt x="1156" y="1402"/>
                  <a:pt x="1642" y="1399"/>
                </a:cubicBezTo>
                <a:cubicBezTo>
                  <a:pt x="2128" y="1397"/>
                  <a:pt x="2522" y="1450"/>
                  <a:pt x="2522" y="1518"/>
                </a:cubicBezTo>
                <a:cubicBezTo>
                  <a:pt x="2523" y="1586"/>
                  <a:pt x="2129" y="1643"/>
                  <a:pt x="1643" y="1646"/>
                </a:cubicBezTo>
                <a:close/>
                <a:moveTo>
                  <a:pt x="2604" y="1067"/>
                </a:moveTo>
                <a:cubicBezTo>
                  <a:pt x="2539" y="998"/>
                  <a:pt x="2303" y="815"/>
                  <a:pt x="1639" y="819"/>
                </a:cubicBezTo>
                <a:cubicBezTo>
                  <a:pt x="974" y="822"/>
                  <a:pt x="741" y="1007"/>
                  <a:pt x="676" y="1077"/>
                </a:cubicBezTo>
                <a:lnTo>
                  <a:pt x="676" y="1011"/>
                </a:lnTo>
                <a:cubicBezTo>
                  <a:pt x="676" y="1011"/>
                  <a:pt x="864" y="724"/>
                  <a:pt x="1638" y="720"/>
                </a:cubicBezTo>
                <a:cubicBezTo>
                  <a:pt x="2412" y="716"/>
                  <a:pt x="2604" y="1001"/>
                  <a:pt x="2604" y="1001"/>
                </a:cubicBezTo>
                <a:lnTo>
                  <a:pt x="2604" y="1067"/>
                </a:lnTo>
                <a:close/>
                <a:moveTo>
                  <a:pt x="2877" y="1534"/>
                </a:moveTo>
                <a:lnTo>
                  <a:pt x="2843" y="2019"/>
                </a:lnTo>
                <a:cubicBezTo>
                  <a:pt x="2947" y="1857"/>
                  <a:pt x="3033" y="1917"/>
                  <a:pt x="3033" y="1917"/>
                </a:cubicBezTo>
                <a:lnTo>
                  <a:pt x="3031" y="1533"/>
                </a:lnTo>
                <a:cubicBezTo>
                  <a:pt x="2920" y="1577"/>
                  <a:pt x="2877" y="1534"/>
                  <a:pt x="2877" y="153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</p: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5F3B8733-8E11-4E8B-8323-9606CE6C1A11}"/>
              </a:ext>
            </a:extLst>
          </p:cNvPr>
          <p:cNvCxnSpPr>
            <a:cxnSpLocks/>
          </p:cNvCxnSpPr>
          <p:nvPr userDrawn="1"/>
        </p:nvCxnSpPr>
        <p:spPr>
          <a:xfrm>
            <a:off x="695325" y="725228"/>
            <a:ext cx="10801350" cy="5926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8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47">
            <a:extLst>
              <a:ext uri="{FF2B5EF4-FFF2-40B4-BE49-F238E27FC236}">
                <a16:creationId xmlns:a16="http://schemas.microsoft.com/office/drawing/2014/main" id="{FD2F1019-5C25-4CD6-8E2A-43FDC4E682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4241" y="230505"/>
            <a:ext cx="6678793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800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输入你的标题</a:t>
            </a:r>
          </a:p>
        </p:txBody>
      </p: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5CBE54B2-B96A-4B16-ACC8-467A354F16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23390" y="1819275"/>
            <a:ext cx="3840163" cy="115728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84" name="图片占位符 5">
            <a:extLst>
              <a:ext uri="{FF2B5EF4-FFF2-40B4-BE49-F238E27FC236}">
                <a16:creationId xmlns:a16="http://schemas.microsoft.com/office/drawing/2014/main" id="{DFCB8074-5B38-4578-BA36-133E9E81300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51768" y="1819275"/>
            <a:ext cx="3840163" cy="115728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7" name="矩形: 圆顶角 126">
            <a:extLst>
              <a:ext uri="{FF2B5EF4-FFF2-40B4-BE49-F238E27FC236}">
                <a16:creationId xmlns:a16="http://schemas.microsoft.com/office/drawing/2014/main" id="{7DD14289-5E34-4B38-AB8C-4FEC56FBCE88}"/>
              </a:ext>
            </a:extLst>
          </p:cNvPr>
          <p:cNvSpPr/>
          <p:nvPr userDrawn="1"/>
        </p:nvSpPr>
        <p:spPr>
          <a:xfrm>
            <a:off x="695325" y="251120"/>
            <a:ext cx="468049" cy="473348"/>
          </a:xfrm>
          <a:prstGeom prst="round2SameRect">
            <a:avLst>
              <a:gd name="adj1" fmla="val 13004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9E86B6DE-B547-4FD3-98B6-246812EAD0CB}"/>
              </a:ext>
            </a:extLst>
          </p:cNvPr>
          <p:cNvSpPr/>
          <p:nvPr userDrawn="1"/>
        </p:nvSpPr>
        <p:spPr>
          <a:xfrm>
            <a:off x="0" y="6519108"/>
            <a:ext cx="12192000" cy="33889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6000"/>
                  <a:lumOff val="24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6" name="graduation-cap_8161">
            <a:extLst>
              <a:ext uri="{FF2B5EF4-FFF2-40B4-BE49-F238E27FC236}">
                <a16:creationId xmlns:a16="http://schemas.microsoft.com/office/drawing/2014/main" id="{156DF830-2ACF-403D-A652-B9A4B92ED52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724045" y="368648"/>
            <a:ext cx="410608" cy="252549"/>
          </a:xfrm>
          <a:custGeom>
            <a:avLst/>
            <a:gdLst>
              <a:gd name="T0" fmla="*/ 2978 w 3278"/>
              <a:gd name="T1" fmla="*/ 1349 h 2019"/>
              <a:gd name="T2" fmla="*/ 2976 w 3278"/>
              <a:gd name="T3" fmla="*/ 1036 h 2019"/>
              <a:gd name="T4" fmla="*/ 3278 w 3278"/>
              <a:gd name="T5" fmla="*/ 867 h 2019"/>
              <a:gd name="T6" fmla="*/ 1634 w 3278"/>
              <a:gd name="T7" fmla="*/ 0 h 2019"/>
              <a:gd name="T8" fmla="*/ 0 w 3278"/>
              <a:gd name="T9" fmla="*/ 884 h 2019"/>
              <a:gd name="T10" fmla="*/ 655 w 3278"/>
              <a:gd name="T11" fmla="*/ 1260 h 2019"/>
              <a:gd name="T12" fmla="*/ 657 w 3278"/>
              <a:gd name="T13" fmla="*/ 1484 h 2019"/>
              <a:gd name="T14" fmla="*/ 657 w 3278"/>
              <a:gd name="T15" fmla="*/ 1502 h 2019"/>
              <a:gd name="T16" fmla="*/ 663 w 3278"/>
              <a:gd name="T17" fmla="*/ 1499 h 2019"/>
              <a:gd name="T18" fmla="*/ 651 w 3278"/>
              <a:gd name="T19" fmla="*/ 1528 h 2019"/>
              <a:gd name="T20" fmla="*/ 1644 w 3278"/>
              <a:gd name="T21" fmla="*/ 1722 h 2019"/>
              <a:gd name="T22" fmla="*/ 2634 w 3278"/>
              <a:gd name="T23" fmla="*/ 1517 h 2019"/>
              <a:gd name="T24" fmla="*/ 2622 w 3278"/>
              <a:gd name="T25" fmla="*/ 1488 h 2019"/>
              <a:gd name="T26" fmla="*/ 2628 w 3278"/>
              <a:gd name="T27" fmla="*/ 1491 h 2019"/>
              <a:gd name="T28" fmla="*/ 2628 w 3278"/>
              <a:gd name="T29" fmla="*/ 1473 h 2019"/>
              <a:gd name="T30" fmla="*/ 2627 w 3278"/>
              <a:gd name="T31" fmla="*/ 1249 h 2019"/>
              <a:gd name="T32" fmla="*/ 2911 w 3278"/>
              <a:gd name="T33" fmla="*/ 1072 h 2019"/>
              <a:gd name="T34" fmla="*/ 2913 w 3278"/>
              <a:gd name="T35" fmla="*/ 1350 h 2019"/>
              <a:gd name="T36" fmla="*/ 2860 w 3278"/>
              <a:gd name="T37" fmla="*/ 1430 h 2019"/>
              <a:gd name="T38" fmla="*/ 2946 w 3278"/>
              <a:gd name="T39" fmla="*/ 1515 h 2019"/>
              <a:gd name="T40" fmla="*/ 3031 w 3278"/>
              <a:gd name="T41" fmla="*/ 1429 h 2019"/>
              <a:gd name="T42" fmla="*/ 2978 w 3278"/>
              <a:gd name="T43" fmla="*/ 1349 h 2019"/>
              <a:gd name="T44" fmla="*/ 1643 w 3278"/>
              <a:gd name="T45" fmla="*/ 1646 h 2019"/>
              <a:gd name="T46" fmla="*/ 763 w 3278"/>
              <a:gd name="T47" fmla="*/ 1527 h 2019"/>
              <a:gd name="T48" fmla="*/ 1642 w 3278"/>
              <a:gd name="T49" fmla="*/ 1399 h 2019"/>
              <a:gd name="T50" fmla="*/ 2522 w 3278"/>
              <a:gd name="T51" fmla="*/ 1518 h 2019"/>
              <a:gd name="T52" fmla="*/ 1643 w 3278"/>
              <a:gd name="T53" fmla="*/ 1646 h 2019"/>
              <a:gd name="T54" fmla="*/ 2604 w 3278"/>
              <a:gd name="T55" fmla="*/ 1067 h 2019"/>
              <a:gd name="T56" fmla="*/ 1639 w 3278"/>
              <a:gd name="T57" fmla="*/ 819 h 2019"/>
              <a:gd name="T58" fmla="*/ 676 w 3278"/>
              <a:gd name="T59" fmla="*/ 1077 h 2019"/>
              <a:gd name="T60" fmla="*/ 676 w 3278"/>
              <a:gd name="T61" fmla="*/ 1011 h 2019"/>
              <a:gd name="T62" fmla="*/ 1638 w 3278"/>
              <a:gd name="T63" fmla="*/ 720 h 2019"/>
              <a:gd name="T64" fmla="*/ 2604 w 3278"/>
              <a:gd name="T65" fmla="*/ 1001 h 2019"/>
              <a:gd name="T66" fmla="*/ 2604 w 3278"/>
              <a:gd name="T67" fmla="*/ 1067 h 2019"/>
              <a:gd name="T68" fmla="*/ 2877 w 3278"/>
              <a:gd name="T69" fmla="*/ 1534 h 2019"/>
              <a:gd name="T70" fmla="*/ 2843 w 3278"/>
              <a:gd name="T71" fmla="*/ 2019 h 2019"/>
              <a:gd name="T72" fmla="*/ 3033 w 3278"/>
              <a:gd name="T73" fmla="*/ 1917 h 2019"/>
              <a:gd name="T74" fmla="*/ 3031 w 3278"/>
              <a:gd name="T75" fmla="*/ 1533 h 2019"/>
              <a:gd name="T76" fmla="*/ 2877 w 3278"/>
              <a:gd name="T77" fmla="*/ 1534 h 20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278" h="2019">
                <a:moveTo>
                  <a:pt x="2978" y="1349"/>
                </a:moveTo>
                <a:lnTo>
                  <a:pt x="2976" y="1036"/>
                </a:lnTo>
                <a:lnTo>
                  <a:pt x="3278" y="867"/>
                </a:lnTo>
                <a:lnTo>
                  <a:pt x="1634" y="0"/>
                </a:lnTo>
                <a:lnTo>
                  <a:pt x="0" y="884"/>
                </a:lnTo>
                <a:lnTo>
                  <a:pt x="655" y="1260"/>
                </a:lnTo>
                <a:lnTo>
                  <a:pt x="657" y="1484"/>
                </a:lnTo>
                <a:lnTo>
                  <a:pt x="657" y="1502"/>
                </a:lnTo>
                <a:lnTo>
                  <a:pt x="663" y="1499"/>
                </a:lnTo>
                <a:cubicBezTo>
                  <a:pt x="656" y="1508"/>
                  <a:pt x="651" y="1518"/>
                  <a:pt x="651" y="1528"/>
                </a:cubicBezTo>
                <a:cubicBezTo>
                  <a:pt x="652" y="1638"/>
                  <a:pt x="1096" y="1725"/>
                  <a:pt x="1644" y="1722"/>
                </a:cubicBezTo>
                <a:cubicBezTo>
                  <a:pt x="2191" y="1719"/>
                  <a:pt x="2634" y="1627"/>
                  <a:pt x="2634" y="1517"/>
                </a:cubicBezTo>
                <a:cubicBezTo>
                  <a:pt x="2634" y="1507"/>
                  <a:pt x="2629" y="1498"/>
                  <a:pt x="2622" y="1488"/>
                </a:cubicBezTo>
                <a:lnTo>
                  <a:pt x="2628" y="1491"/>
                </a:lnTo>
                <a:lnTo>
                  <a:pt x="2628" y="1473"/>
                </a:lnTo>
                <a:lnTo>
                  <a:pt x="2627" y="1249"/>
                </a:lnTo>
                <a:lnTo>
                  <a:pt x="2911" y="1072"/>
                </a:lnTo>
                <a:lnTo>
                  <a:pt x="2913" y="1350"/>
                </a:lnTo>
                <a:cubicBezTo>
                  <a:pt x="2881" y="1363"/>
                  <a:pt x="2860" y="1394"/>
                  <a:pt x="2860" y="1430"/>
                </a:cubicBezTo>
                <a:cubicBezTo>
                  <a:pt x="2860" y="1477"/>
                  <a:pt x="2898" y="1515"/>
                  <a:pt x="2946" y="1515"/>
                </a:cubicBezTo>
                <a:cubicBezTo>
                  <a:pt x="2994" y="1515"/>
                  <a:pt x="3032" y="1476"/>
                  <a:pt x="3031" y="1429"/>
                </a:cubicBezTo>
                <a:cubicBezTo>
                  <a:pt x="3031" y="1393"/>
                  <a:pt x="3009" y="1363"/>
                  <a:pt x="2978" y="1349"/>
                </a:cubicBezTo>
                <a:close/>
                <a:moveTo>
                  <a:pt x="1643" y="1646"/>
                </a:moveTo>
                <a:cubicBezTo>
                  <a:pt x="1157" y="1649"/>
                  <a:pt x="763" y="1595"/>
                  <a:pt x="763" y="1527"/>
                </a:cubicBezTo>
                <a:cubicBezTo>
                  <a:pt x="762" y="1459"/>
                  <a:pt x="1156" y="1402"/>
                  <a:pt x="1642" y="1399"/>
                </a:cubicBezTo>
                <a:cubicBezTo>
                  <a:pt x="2128" y="1397"/>
                  <a:pt x="2522" y="1450"/>
                  <a:pt x="2522" y="1518"/>
                </a:cubicBezTo>
                <a:cubicBezTo>
                  <a:pt x="2523" y="1586"/>
                  <a:pt x="2129" y="1643"/>
                  <a:pt x="1643" y="1646"/>
                </a:cubicBezTo>
                <a:close/>
                <a:moveTo>
                  <a:pt x="2604" y="1067"/>
                </a:moveTo>
                <a:cubicBezTo>
                  <a:pt x="2539" y="998"/>
                  <a:pt x="2303" y="815"/>
                  <a:pt x="1639" y="819"/>
                </a:cubicBezTo>
                <a:cubicBezTo>
                  <a:pt x="974" y="822"/>
                  <a:pt x="741" y="1007"/>
                  <a:pt x="676" y="1077"/>
                </a:cubicBezTo>
                <a:lnTo>
                  <a:pt x="676" y="1011"/>
                </a:lnTo>
                <a:cubicBezTo>
                  <a:pt x="676" y="1011"/>
                  <a:pt x="864" y="724"/>
                  <a:pt x="1638" y="720"/>
                </a:cubicBezTo>
                <a:cubicBezTo>
                  <a:pt x="2412" y="716"/>
                  <a:pt x="2604" y="1001"/>
                  <a:pt x="2604" y="1001"/>
                </a:cubicBezTo>
                <a:lnTo>
                  <a:pt x="2604" y="1067"/>
                </a:lnTo>
                <a:close/>
                <a:moveTo>
                  <a:pt x="2877" y="1534"/>
                </a:moveTo>
                <a:lnTo>
                  <a:pt x="2843" y="2019"/>
                </a:lnTo>
                <a:cubicBezTo>
                  <a:pt x="2947" y="1857"/>
                  <a:pt x="3033" y="1917"/>
                  <a:pt x="3033" y="1917"/>
                </a:cubicBezTo>
                <a:lnTo>
                  <a:pt x="3031" y="1533"/>
                </a:lnTo>
                <a:cubicBezTo>
                  <a:pt x="2920" y="1577"/>
                  <a:pt x="2877" y="1534"/>
                  <a:pt x="2877" y="153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</p: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97E90FD1-9E22-42CD-9D67-DCF7E556046C}"/>
              </a:ext>
            </a:extLst>
          </p:cNvPr>
          <p:cNvCxnSpPr>
            <a:cxnSpLocks/>
          </p:cNvCxnSpPr>
          <p:nvPr userDrawn="1"/>
        </p:nvCxnSpPr>
        <p:spPr>
          <a:xfrm>
            <a:off x="695325" y="725228"/>
            <a:ext cx="10801350" cy="5926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7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4">
            <a:extLst>
              <a:ext uri="{FF2B5EF4-FFF2-40B4-BE49-F238E27FC236}">
                <a16:creationId xmlns:a16="http://schemas.microsoft.com/office/drawing/2014/main" id="{E3168219-D50E-4351-9480-DB8331F15B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326" y="1218652"/>
            <a:ext cx="3583902" cy="239608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47">
            <a:extLst>
              <a:ext uri="{FF2B5EF4-FFF2-40B4-BE49-F238E27FC236}">
                <a16:creationId xmlns:a16="http://schemas.microsoft.com/office/drawing/2014/main" id="{368AE6D9-05BE-45E8-819F-CFB87819D5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3688" y="226431"/>
            <a:ext cx="6678793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800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输入你的标题</a:t>
            </a:r>
          </a:p>
        </p:txBody>
      </p:sp>
      <p:sp>
        <p:nvSpPr>
          <p:cNvPr id="6" name="矩形: 圆顶角 5">
            <a:extLst>
              <a:ext uri="{FF2B5EF4-FFF2-40B4-BE49-F238E27FC236}">
                <a16:creationId xmlns:a16="http://schemas.microsoft.com/office/drawing/2014/main" id="{1771ED80-258D-48BA-806D-478DAD1F5ADC}"/>
              </a:ext>
            </a:extLst>
          </p:cNvPr>
          <p:cNvSpPr/>
          <p:nvPr userDrawn="1"/>
        </p:nvSpPr>
        <p:spPr>
          <a:xfrm>
            <a:off x="695325" y="251120"/>
            <a:ext cx="468049" cy="473348"/>
          </a:xfrm>
          <a:prstGeom prst="round2SameRect">
            <a:avLst>
              <a:gd name="adj1" fmla="val 13004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graduation-cap_8161">
            <a:extLst>
              <a:ext uri="{FF2B5EF4-FFF2-40B4-BE49-F238E27FC236}">
                <a16:creationId xmlns:a16="http://schemas.microsoft.com/office/drawing/2014/main" id="{14C9605D-156F-4F8D-864D-6383F5656D4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724045" y="368648"/>
            <a:ext cx="410608" cy="252549"/>
          </a:xfrm>
          <a:custGeom>
            <a:avLst/>
            <a:gdLst>
              <a:gd name="T0" fmla="*/ 2978 w 3278"/>
              <a:gd name="T1" fmla="*/ 1349 h 2019"/>
              <a:gd name="T2" fmla="*/ 2976 w 3278"/>
              <a:gd name="T3" fmla="*/ 1036 h 2019"/>
              <a:gd name="T4" fmla="*/ 3278 w 3278"/>
              <a:gd name="T5" fmla="*/ 867 h 2019"/>
              <a:gd name="T6" fmla="*/ 1634 w 3278"/>
              <a:gd name="T7" fmla="*/ 0 h 2019"/>
              <a:gd name="T8" fmla="*/ 0 w 3278"/>
              <a:gd name="T9" fmla="*/ 884 h 2019"/>
              <a:gd name="T10" fmla="*/ 655 w 3278"/>
              <a:gd name="T11" fmla="*/ 1260 h 2019"/>
              <a:gd name="T12" fmla="*/ 657 w 3278"/>
              <a:gd name="T13" fmla="*/ 1484 h 2019"/>
              <a:gd name="T14" fmla="*/ 657 w 3278"/>
              <a:gd name="T15" fmla="*/ 1502 h 2019"/>
              <a:gd name="T16" fmla="*/ 663 w 3278"/>
              <a:gd name="T17" fmla="*/ 1499 h 2019"/>
              <a:gd name="T18" fmla="*/ 651 w 3278"/>
              <a:gd name="T19" fmla="*/ 1528 h 2019"/>
              <a:gd name="T20" fmla="*/ 1644 w 3278"/>
              <a:gd name="T21" fmla="*/ 1722 h 2019"/>
              <a:gd name="T22" fmla="*/ 2634 w 3278"/>
              <a:gd name="T23" fmla="*/ 1517 h 2019"/>
              <a:gd name="T24" fmla="*/ 2622 w 3278"/>
              <a:gd name="T25" fmla="*/ 1488 h 2019"/>
              <a:gd name="T26" fmla="*/ 2628 w 3278"/>
              <a:gd name="T27" fmla="*/ 1491 h 2019"/>
              <a:gd name="T28" fmla="*/ 2628 w 3278"/>
              <a:gd name="T29" fmla="*/ 1473 h 2019"/>
              <a:gd name="T30" fmla="*/ 2627 w 3278"/>
              <a:gd name="T31" fmla="*/ 1249 h 2019"/>
              <a:gd name="T32" fmla="*/ 2911 w 3278"/>
              <a:gd name="T33" fmla="*/ 1072 h 2019"/>
              <a:gd name="T34" fmla="*/ 2913 w 3278"/>
              <a:gd name="T35" fmla="*/ 1350 h 2019"/>
              <a:gd name="T36" fmla="*/ 2860 w 3278"/>
              <a:gd name="T37" fmla="*/ 1430 h 2019"/>
              <a:gd name="T38" fmla="*/ 2946 w 3278"/>
              <a:gd name="T39" fmla="*/ 1515 h 2019"/>
              <a:gd name="T40" fmla="*/ 3031 w 3278"/>
              <a:gd name="T41" fmla="*/ 1429 h 2019"/>
              <a:gd name="T42" fmla="*/ 2978 w 3278"/>
              <a:gd name="T43" fmla="*/ 1349 h 2019"/>
              <a:gd name="T44" fmla="*/ 1643 w 3278"/>
              <a:gd name="T45" fmla="*/ 1646 h 2019"/>
              <a:gd name="T46" fmla="*/ 763 w 3278"/>
              <a:gd name="T47" fmla="*/ 1527 h 2019"/>
              <a:gd name="T48" fmla="*/ 1642 w 3278"/>
              <a:gd name="T49" fmla="*/ 1399 h 2019"/>
              <a:gd name="T50" fmla="*/ 2522 w 3278"/>
              <a:gd name="T51" fmla="*/ 1518 h 2019"/>
              <a:gd name="T52" fmla="*/ 1643 w 3278"/>
              <a:gd name="T53" fmla="*/ 1646 h 2019"/>
              <a:gd name="T54" fmla="*/ 2604 w 3278"/>
              <a:gd name="T55" fmla="*/ 1067 h 2019"/>
              <a:gd name="T56" fmla="*/ 1639 w 3278"/>
              <a:gd name="T57" fmla="*/ 819 h 2019"/>
              <a:gd name="T58" fmla="*/ 676 w 3278"/>
              <a:gd name="T59" fmla="*/ 1077 h 2019"/>
              <a:gd name="T60" fmla="*/ 676 w 3278"/>
              <a:gd name="T61" fmla="*/ 1011 h 2019"/>
              <a:gd name="T62" fmla="*/ 1638 w 3278"/>
              <a:gd name="T63" fmla="*/ 720 h 2019"/>
              <a:gd name="T64" fmla="*/ 2604 w 3278"/>
              <a:gd name="T65" fmla="*/ 1001 h 2019"/>
              <a:gd name="T66" fmla="*/ 2604 w 3278"/>
              <a:gd name="T67" fmla="*/ 1067 h 2019"/>
              <a:gd name="T68" fmla="*/ 2877 w 3278"/>
              <a:gd name="T69" fmla="*/ 1534 h 2019"/>
              <a:gd name="T70" fmla="*/ 2843 w 3278"/>
              <a:gd name="T71" fmla="*/ 2019 h 2019"/>
              <a:gd name="T72" fmla="*/ 3033 w 3278"/>
              <a:gd name="T73" fmla="*/ 1917 h 2019"/>
              <a:gd name="T74" fmla="*/ 3031 w 3278"/>
              <a:gd name="T75" fmla="*/ 1533 h 2019"/>
              <a:gd name="T76" fmla="*/ 2877 w 3278"/>
              <a:gd name="T77" fmla="*/ 1534 h 20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278" h="2019">
                <a:moveTo>
                  <a:pt x="2978" y="1349"/>
                </a:moveTo>
                <a:lnTo>
                  <a:pt x="2976" y="1036"/>
                </a:lnTo>
                <a:lnTo>
                  <a:pt x="3278" y="867"/>
                </a:lnTo>
                <a:lnTo>
                  <a:pt x="1634" y="0"/>
                </a:lnTo>
                <a:lnTo>
                  <a:pt x="0" y="884"/>
                </a:lnTo>
                <a:lnTo>
                  <a:pt x="655" y="1260"/>
                </a:lnTo>
                <a:lnTo>
                  <a:pt x="657" y="1484"/>
                </a:lnTo>
                <a:lnTo>
                  <a:pt x="657" y="1502"/>
                </a:lnTo>
                <a:lnTo>
                  <a:pt x="663" y="1499"/>
                </a:lnTo>
                <a:cubicBezTo>
                  <a:pt x="656" y="1508"/>
                  <a:pt x="651" y="1518"/>
                  <a:pt x="651" y="1528"/>
                </a:cubicBezTo>
                <a:cubicBezTo>
                  <a:pt x="652" y="1638"/>
                  <a:pt x="1096" y="1725"/>
                  <a:pt x="1644" y="1722"/>
                </a:cubicBezTo>
                <a:cubicBezTo>
                  <a:pt x="2191" y="1719"/>
                  <a:pt x="2634" y="1627"/>
                  <a:pt x="2634" y="1517"/>
                </a:cubicBezTo>
                <a:cubicBezTo>
                  <a:pt x="2634" y="1507"/>
                  <a:pt x="2629" y="1498"/>
                  <a:pt x="2622" y="1488"/>
                </a:cubicBezTo>
                <a:lnTo>
                  <a:pt x="2628" y="1491"/>
                </a:lnTo>
                <a:lnTo>
                  <a:pt x="2628" y="1473"/>
                </a:lnTo>
                <a:lnTo>
                  <a:pt x="2627" y="1249"/>
                </a:lnTo>
                <a:lnTo>
                  <a:pt x="2911" y="1072"/>
                </a:lnTo>
                <a:lnTo>
                  <a:pt x="2913" y="1350"/>
                </a:lnTo>
                <a:cubicBezTo>
                  <a:pt x="2881" y="1363"/>
                  <a:pt x="2860" y="1394"/>
                  <a:pt x="2860" y="1430"/>
                </a:cubicBezTo>
                <a:cubicBezTo>
                  <a:pt x="2860" y="1477"/>
                  <a:pt x="2898" y="1515"/>
                  <a:pt x="2946" y="1515"/>
                </a:cubicBezTo>
                <a:cubicBezTo>
                  <a:pt x="2994" y="1515"/>
                  <a:pt x="3032" y="1476"/>
                  <a:pt x="3031" y="1429"/>
                </a:cubicBezTo>
                <a:cubicBezTo>
                  <a:pt x="3031" y="1393"/>
                  <a:pt x="3009" y="1363"/>
                  <a:pt x="2978" y="1349"/>
                </a:cubicBezTo>
                <a:close/>
                <a:moveTo>
                  <a:pt x="1643" y="1646"/>
                </a:moveTo>
                <a:cubicBezTo>
                  <a:pt x="1157" y="1649"/>
                  <a:pt x="763" y="1595"/>
                  <a:pt x="763" y="1527"/>
                </a:cubicBezTo>
                <a:cubicBezTo>
                  <a:pt x="762" y="1459"/>
                  <a:pt x="1156" y="1402"/>
                  <a:pt x="1642" y="1399"/>
                </a:cubicBezTo>
                <a:cubicBezTo>
                  <a:pt x="2128" y="1397"/>
                  <a:pt x="2522" y="1450"/>
                  <a:pt x="2522" y="1518"/>
                </a:cubicBezTo>
                <a:cubicBezTo>
                  <a:pt x="2523" y="1586"/>
                  <a:pt x="2129" y="1643"/>
                  <a:pt x="1643" y="1646"/>
                </a:cubicBezTo>
                <a:close/>
                <a:moveTo>
                  <a:pt x="2604" y="1067"/>
                </a:moveTo>
                <a:cubicBezTo>
                  <a:pt x="2539" y="998"/>
                  <a:pt x="2303" y="815"/>
                  <a:pt x="1639" y="819"/>
                </a:cubicBezTo>
                <a:cubicBezTo>
                  <a:pt x="974" y="822"/>
                  <a:pt x="741" y="1007"/>
                  <a:pt x="676" y="1077"/>
                </a:cubicBezTo>
                <a:lnTo>
                  <a:pt x="676" y="1011"/>
                </a:lnTo>
                <a:cubicBezTo>
                  <a:pt x="676" y="1011"/>
                  <a:pt x="864" y="724"/>
                  <a:pt x="1638" y="720"/>
                </a:cubicBezTo>
                <a:cubicBezTo>
                  <a:pt x="2412" y="716"/>
                  <a:pt x="2604" y="1001"/>
                  <a:pt x="2604" y="1001"/>
                </a:cubicBezTo>
                <a:lnTo>
                  <a:pt x="2604" y="1067"/>
                </a:lnTo>
                <a:close/>
                <a:moveTo>
                  <a:pt x="2877" y="1534"/>
                </a:moveTo>
                <a:lnTo>
                  <a:pt x="2843" y="2019"/>
                </a:lnTo>
                <a:cubicBezTo>
                  <a:pt x="2947" y="1857"/>
                  <a:pt x="3033" y="1917"/>
                  <a:pt x="3033" y="1917"/>
                </a:cubicBezTo>
                <a:lnTo>
                  <a:pt x="3031" y="1533"/>
                </a:lnTo>
                <a:cubicBezTo>
                  <a:pt x="2920" y="1577"/>
                  <a:pt x="2877" y="1534"/>
                  <a:pt x="2877" y="153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D08214D-D90B-427F-B116-8F48B5A0A205}"/>
              </a:ext>
            </a:extLst>
          </p:cNvPr>
          <p:cNvCxnSpPr>
            <a:cxnSpLocks/>
          </p:cNvCxnSpPr>
          <p:nvPr userDrawn="1"/>
        </p:nvCxnSpPr>
        <p:spPr>
          <a:xfrm>
            <a:off x="695325" y="725228"/>
            <a:ext cx="10801350" cy="5926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32F52AFB-7863-4EA3-B6AF-F9E178A93A3B}"/>
              </a:ext>
            </a:extLst>
          </p:cNvPr>
          <p:cNvSpPr/>
          <p:nvPr userDrawn="1"/>
        </p:nvSpPr>
        <p:spPr>
          <a:xfrm>
            <a:off x="0" y="6519108"/>
            <a:ext cx="12192000" cy="33889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6000"/>
                  <a:lumOff val="24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08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97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Arial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295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EE2AB90-6129-4638-8D42-8FF3D88FE7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pattFill prst="pct20">
            <a:fgClr>
              <a:schemeClr val="bg2"/>
            </a:fgClr>
            <a:bgClr>
              <a:schemeClr val="bg1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62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0" r:id="rId5"/>
    <p:sldLayoutId id="2147483654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>
          <p15:clr>
            <a:srgbClr val="F26B43"/>
          </p15:clr>
        </p15:guide>
        <p15:guide id="2" pos="3840">
          <p15:clr>
            <a:srgbClr val="F26B43"/>
          </p15:clr>
        </p15:guide>
        <p15:guide id="3" pos="438">
          <p15:clr>
            <a:srgbClr val="F26B43"/>
          </p15:clr>
        </p15:guide>
        <p15:guide id="4" pos="7242">
          <p15:clr>
            <a:srgbClr val="F26B43"/>
          </p15:clr>
        </p15:guide>
        <p15:guide id="5" orient="horz" pos="41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885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2947C73-8294-4E41-A0BB-B8B9BCC42A3A}"/>
              </a:ext>
            </a:extLst>
          </p:cNvPr>
          <p:cNvSpPr txBox="1"/>
          <p:nvPr/>
        </p:nvSpPr>
        <p:spPr>
          <a:xfrm>
            <a:off x="4062787" y="2195953"/>
            <a:ext cx="63401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毕业设计</a:t>
            </a:r>
            <a:r>
              <a:rPr lang="zh-CN" altLang="en-US" sz="6000" b="1" dirty="0">
                <a:solidFill>
                  <a:schemeClr val="accent1"/>
                </a:solidFill>
                <a:cs typeface="+mn-ea"/>
                <a:sym typeface="+mn-lt"/>
              </a:rPr>
              <a:t>开题报告</a:t>
            </a:r>
            <a:endParaRPr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8A385076-F674-4E25-91F0-626746DAF6C2}"/>
              </a:ext>
            </a:extLst>
          </p:cNvPr>
          <p:cNvSpPr/>
          <p:nvPr/>
        </p:nvSpPr>
        <p:spPr>
          <a:xfrm>
            <a:off x="4783033" y="4053725"/>
            <a:ext cx="3536019" cy="36933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1B76CD-26EC-44B5-AB55-19433D0B926B}"/>
              </a:ext>
            </a:extLst>
          </p:cNvPr>
          <p:cNvSpPr txBox="1"/>
          <p:nvPr/>
        </p:nvSpPr>
        <p:spPr>
          <a:xfrm>
            <a:off x="5796826" y="4042613"/>
            <a:ext cx="2601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厦门理工学院</a:t>
            </a: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6B83A7C-3466-471C-A800-EADD9226D7E9}"/>
              </a:ext>
            </a:extLst>
          </p:cNvPr>
          <p:cNvSpPr/>
          <p:nvPr/>
        </p:nvSpPr>
        <p:spPr>
          <a:xfrm flipH="1">
            <a:off x="-5" y="0"/>
            <a:ext cx="1966494" cy="6857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90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54650307-A2B2-4951-BA5A-D08F6258A334}"/>
              </a:ext>
            </a:extLst>
          </p:cNvPr>
          <p:cNvSpPr/>
          <p:nvPr/>
        </p:nvSpPr>
        <p:spPr>
          <a:xfrm>
            <a:off x="407618" y="1650168"/>
            <a:ext cx="2992054" cy="29920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98510F8-C794-467B-A9C4-7715682C9235}"/>
              </a:ext>
            </a:extLst>
          </p:cNvPr>
          <p:cNvSpPr/>
          <p:nvPr/>
        </p:nvSpPr>
        <p:spPr>
          <a:xfrm>
            <a:off x="519704" y="1762254"/>
            <a:ext cx="2767882" cy="276788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8092CD5-602C-4174-8189-2869BD3FC05F}"/>
              </a:ext>
            </a:extLst>
          </p:cNvPr>
          <p:cNvSpPr/>
          <p:nvPr/>
        </p:nvSpPr>
        <p:spPr>
          <a:xfrm>
            <a:off x="4194312" y="3211616"/>
            <a:ext cx="547746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THE GRADUATION PROJECT PROPOSAL REPORT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CE00DB-DF29-4707-8900-5FB21D87AD6B}"/>
              </a:ext>
            </a:extLst>
          </p:cNvPr>
          <p:cNvSpPr txBox="1"/>
          <p:nvPr/>
        </p:nvSpPr>
        <p:spPr>
          <a:xfrm>
            <a:off x="1052050" y="2719173"/>
            <a:ext cx="1556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4800" b="1" dirty="0">
                <a:pattFill prst="dkUpDiag">
                  <a:fgClr>
                    <a:schemeClr val="accent1">
                      <a:lumMod val="60000"/>
                      <a:lumOff val="40000"/>
                    </a:schemeClr>
                  </a:fgClr>
                  <a:bgClr>
                    <a:schemeClr val="accent1"/>
                  </a:bgClr>
                </a:pattFill>
              </a:rPr>
              <a:t>2020</a:t>
            </a:r>
            <a:endParaRPr lang="zh-CN" altLang="en-US" sz="4800" b="1" dirty="0">
              <a:pattFill prst="dkUp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1"/>
                </a:bgClr>
              </a:pattFill>
            </a:endParaRPr>
          </a:p>
        </p:txBody>
      </p:sp>
    </p:spTree>
    <p:extLst>
      <p:ext uri="{BB962C8B-B14F-4D97-AF65-F5344CB8AC3E}">
        <p14:creationId xmlns:p14="http://schemas.microsoft.com/office/powerpoint/2010/main" val="374961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2947C73-8294-4E41-A0BB-B8B9BCC42A3A}"/>
              </a:ext>
            </a:extLst>
          </p:cNvPr>
          <p:cNvSpPr txBox="1"/>
          <p:nvPr/>
        </p:nvSpPr>
        <p:spPr>
          <a:xfrm>
            <a:off x="2184342" y="2394821"/>
            <a:ext cx="81163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“宠物生活”</a:t>
            </a:r>
            <a:r>
              <a:rPr lang="en-US" altLang="zh-CN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APP</a:t>
            </a:r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</a:t>
            </a:r>
            <a:r>
              <a:rPr lang="zh-CN" altLang="en-US" sz="4400" b="1" dirty="0">
                <a:solidFill>
                  <a:schemeClr val="accent1"/>
                </a:solidFill>
                <a:cs typeface="+mn-ea"/>
                <a:sym typeface="+mn-lt"/>
              </a:rPr>
              <a:t>设计与实现</a:t>
            </a:r>
            <a:endParaRPr lang="zh-CN" altLang="en-US" sz="4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8A385076-F674-4E25-91F0-626746DAF6C2}"/>
              </a:ext>
            </a:extLst>
          </p:cNvPr>
          <p:cNvSpPr/>
          <p:nvPr/>
        </p:nvSpPr>
        <p:spPr>
          <a:xfrm>
            <a:off x="3930023" y="4046795"/>
            <a:ext cx="4051697" cy="36933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1B76CD-26EC-44B5-AB55-19433D0B926B}"/>
              </a:ext>
            </a:extLst>
          </p:cNvPr>
          <p:cNvSpPr txBox="1"/>
          <p:nvPr/>
        </p:nvSpPr>
        <p:spPr>
          <a:xfrm>
            <a:off x="4002117" y="4046796"/>
            <a:ext cx="3907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汇报人：邓文武    指导教师：林开标</a:t>
            </a: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8092CD5-602C-4174-8189-2869BD3FC05F}"/>
              </a:ext>
            </a:extLst>
          </p:cNvPr>
          <p:cNvSpPr/>
          <p:nvPr/>
        </p:nvSpPr>
        <p:spPr>
          <a:xfrm>
            <a:off x="2780319" y="3259723"/>
            <a:ext cx="63511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THE DESIGN AND IMPLEMENTATION OF "PET LIFE" APP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42129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0FFC99D-FE60-4D33-9F64-EE31A6A42DE9}"/>
              </a:ext>
            </a:extLst>
          </p:cNvPr>
          <p:cNvSpPr/>
          <p:nvPr/>
        </p:nvSpPr>
        <p:spPr>
          <a:xfrm flipH="1">
            <a:off x="334958" y="549275"/>
            <a:ext cx="2698175" cy="2379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90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573F685-140B-43AD-89F9-17DCB9313A6F}"/>
              </a:ext>
            </a:extLst>
          </p:cNvPr>
          <p:cNvSpPr txBox="1"/>
          <p:nvPr/>
        </p:nvSpPr>
        <p:spPr>
          <a:xfrm>
            <a:off x="3908913" y="539782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系统实现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5E2A74-3976-4479-ACC1-952C1C877709}"/>
              </a:ext>
            </a:extLst>
          </p:cNvPr>
          <p:cNvSpPr txBox="1"/>
          <p:nvPr/>
        </p:nvSpPr>
        <p:spPr>
          <a:xfrm>
            <a:off x="7382309" y="539782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操作演示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05EA20-7D78-454A-8340-B7B83ADDECD1}"/>
              </a:ext>
            </a:extLst>
          </p:cNvPr>
          <p:cNvSpPr txBox="1"/>
          <p:nvPr/>
        </p:nvSpPr>
        <p:spPr>
          <a:xfrm>
            <a:off x="3908914" y="396246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研究背景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37F389-EA7E-47F3-B24C-8528FA3970BD}"/>
              </a:ext>
            </a:extLst>
          </p:cNvPr>
          <p:cNvSpPr txBox="1"/>
          <p:nvPr/>
        </p:nvSpPr>
        <p:spPr>
          <a:xfrm>
            <a:off x="7240587" y="4010169"/>
            <a:ext cx="16321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系统设计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9484D21-75FA-4A07-B1C0-2DB3CE512F18}"/>
              </a:ext>
            </a:extLst>
          </p:cNvPr>
          <p:cNvSpPr txBox="1"/>
          <p:nvPr/>
        </p:nvSpPr>
        <p:spPr>
          <a:xfrm>
            <a:off x="829016" y="1266474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51000">
                      <a:schemeClr val="bg1"/>
                    </a:gs>
                  </a:gsLst>
                  <a:lin ang="5400000" scaled="1"/>
                </a:gradFill>
              </a:defRPr>
            </a:lvl1pPr>
          </a:lstStyle>
          <a:p>
            <a:r>
              <a:rPr lang="zh-CN" altLang="en-US" sz="5400" dirty="0"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63000">
                      <a:schemeClr val="bg1"/>
                    </a:gs>
                  </a:gsLst>
                  <a:lin ang="5400000" scaled="1"/>
                </a:gradFill>
                <a:cs typeface="+mn-ea"/>
                <a:sym typeface="+mn-lt"/>
              </a:rPr>
              <a:t>目录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C4DCA5C-C528-4812-A6A3-D7A04240991A}"/>
              </a:ext>
            </a:extLst>
          </p:cNvPr>
          <p:cNvSpPr txBox="1"/>
          <p:nvPr/>
        </p:nvSpPr>
        <p:spPr>
          <a:xfrm>
            <a:off x="800870" y="1035641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51000">
                      <a:schemeClr val="bg1"/>
                    </a:gs>
                  </a:gsLst>
                  <a:lin ang="5400000" scaled="1"/>
                </a:gradFill>
                <a:cs typeface="+mn-ea"/>
                <a:sym typeface="+mn-lt"/>
              </a:rPr>
              <a:t>CONTENT</a:t>
            </a:r>
            <a:endParaRPr lang="zh-CN" altLang="en-US" sz="2400" dirty="0">
              <a:gradFill>
                <a:gsLst>
                  <a:gs pos="100000">
                    <a:schemeClr val="bg1">
                      <a:alpha val="0"/>
                    </a:schemeClr>
                  </a:gs>
                  <a:gs pos="51000">
                    <a:schemeClr val="bg1"/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A872D02-8799-4547-A52C-10A0D6EF6678}"/>
              </a:ext>
            </a:extLst>
          </p:cNvPr>
          <p:cNvSpPr txBox="1"/>
          <p:nvPr/>
        </p:nvSpPr>
        <p:spPr>
          <a:xfrm flipH="1">
            <a:off x="3767191" y="3344546"/>
            <a:ext cx="283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accent1"/>
                </a:solidFill>
                <a:cs typeface="+mn-ea"/>
                <a:sym typeface="+mn-lt"/>
              </a:rPr>
              <a:t>1</a:t>
            </a:r>
            <a:endParaRPr lang="zh-CN" altLang="en-US" sz="3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214901B-6FCA-4D4B-8DE7-CE09199B917A}"/>
              </a:ext>
            </a:extLst>
          </p:cNvPr>
          <p:cNvSpPr txBox="1"/>
          <p:nvPr/>
        </p:nvSpPr>
        <p:spPr>
          <a:xfrm flipH="1">
            <a:off x="7240587" y="4751493"/>
            <a:ext cx="283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accent1"/>
                </a:solidFill>
                <a:cs typeface="+mn-ea"/>
                <a:sym typeface="+mn-lt"/>
              </a:rPr>
              <a:t>4</a:t>
            </a:r>
            <a:endParaRPr lang="zh-CN" altLang="en-US" sz="3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4D240FE-9A8D-4D46-9870-56E2FBC546A4}"/>
              </a:ext>
            </a:extLst>
          </p:cNvPr>
          <p:cNvSpPr txBox="1"/>
          <p:nvPr/>
        </p:nvSpPr>
        <p:spPr>
          <a:xfrm flipH="1">
            <a:off x="3908914" y="4669487"/>
            <a:ext cx="283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accent1"/>
                </a:solidFill>
                <a:cs typeface="+mn-ea"/>
                <a:sym typeface="+mn-lt"/>
              </a:rPr>
              <a:t>2</a:t>
            </a:r>
            <a:endParaRPr lang="zh-CN" altLang="en-US" sz="3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A90117F-B807-4083-9F2D-F5F57A0FB845}"/>
              </a:ext>
            </a:extLst>
          </p:cNvPr>
          <p:cNvSpPr txBox="1"/>
          <p:nvPr/>
        </p:nvSpPr>
        <p:spPr>
          <a:xfrm flipH="1">
            <a:off x="7240587" y="3401467"/>
            <a:ext cx="283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accent1"/>
                </a:solidFill>
                <a:cs typeface="+mn-ea"/>
                <a:sym typeface="+mn-lt"/>
              </a:rPr>
              <a:t>3</a:t>
            </a:r>
            <a:endParaRPr lang="zh-CN" altLang="en-US" sz="3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6" name="直角三角形 35">
            <a:extLst>
              <a:ext uri="{FF2B5EF4-FFF2-40B4-BE49-F238E27FC236}">
                <a16:creationId xmlns:a16="http://schemas.microsoft.com/office/drawing/2014/main" id="{1A61A018-279C-488C-ACEC-344D058D5296}"/>
              </a:ext>
            </a:extLst>
          </p:cNvPr>
          <p:cNvSpPr/>
          <p:nvPr/>
        </p:nvSpPr>
        <p:spPr>
          <a:xfrm rot="16200000">
            <a:off x="11534924" y="5980007"/>
            <a:ext cx="328718" cy="328718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3" descr="图片包含 户外, 天空&#10;&#10;描述已自动生成">
            <a:extLst>
              <a:ext uri="{FF2B5EF4-FFF2-40B4-BE49-F238E27FC236}">
                <a16:creationId xmlns:a16="http://schemas.microsoft.com/office/drawing/2014/main" id="{61D667BB-1B05-45CD-9457-FF7F17ECEB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25" b="38584"/>
          <a:stretch/>
        </p:blipFill>
        <p:spPr>
          <a:xfrm>
            <a:off x="3033133" y="656737"/>
            <a:ext cx="8823909" cy="217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89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椭圆 74">
            <a:extLst>
              <a:ext uri="{FF2B5EF4-FFF2-40B4-BE49-F238E27FC236}">
                <a16:creationId xmlns:a16="http://schemas.microsoft.com/office/drawing/2014/main" id="{7F1AEBED-2490-467A-B519-3816B953134F}"/>
              </a:ext>
            </a:extLst>
          </p:cNvPr>
          <p:cNvSpPr/>
          <p:nvPr/>
        </p:nvSpPr>
        <p:spPr>
          <a:xfrm>
            <a:off x="-1286257" y="-2667000"/>
            <a:ext cx="14857114" cy="6732576"/>
          </a:xfrm>
          <a:prstGeom prst="ellipse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9B400A82-6FEE-4BE9-A41F-044BA0E432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69" b="33204"/>
          <a:stretch/>
        </p:blipFill>
        <p:spPr>
          <a:xfrm>
            <a:off x="-60224" y="-93818"/>
            <a:ext cx="12252223" cy="3971944"/>
          </a:xfrm>
          <a:custGeom>
            <a:avLst/>
            <a:gdLst>
              <a:gd name="connsiteX0" fmla="*/ 0 w 12192000"/>
              <a:gd name="connsiteY0" fmla="*/ 0 h 4624148"/>
              <a:gd name="connsiteX1" fmla="*/ 12192000 w 12192000"/>
              <a:gd name="connsiteY1" fmla="*/ 0 h 4624148"/>
              <a:gd name="connsiteX2" fmla="*/ 12192000 w 12192000"/>
              <a:gd name="connsiteY2" fmla="*/ 2999890 h 4624148"/>
              <a:gd name="connsiteX3" fmla="*/ 12066075 w 12192000"/>
              <a:gd name="connsiteY3" fmla="*/ 3082244 h 4624148"/>
              <a:gd name="connsiteX4" fmla="*/ 6096000 w 12192000"/>
              <a:gd name="connsiteY4" fmla="*/ 4624148 h 4624148"/>
              <a:gd name="connsiteX5" fmla="*/ 125925 w 12192000"/>
              <a:gd name="connsiteY5" fmla="*/ 3082244 h 4624148"/>
              <a:gd name="connsiteX6" fmla="*/ 0 w 12192000"/>
              <a:gd name="connsiteY6" fmla="*/ 2999890 h 462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624148">
                <a:moveTo>
                  <a:pt x="0" y="0"/>
                </a:moveTo>
                <a:lnTo>
                  <a:pt x="12192000" y="0"/>
                </a:lnTo>
                <a:lnTo>
                  <a:pt x="12192000" y="2999890"/>
                </a:lnTo>
                <a:lnTo>
                  <a:pt x="12066075" y="3082244"/>
                </a:lnTo>
                <a:cubicBezTo>
                  <a:pt x="10538200" y="4034911"/>
                  <a:pt x="8427460" y="4624148"/>
                  <a:pt x="6096000" y="4624148"/>
                </a:cubicBezTo>
                <a:cubicBezTo>
                  <a:pt x="3764541" y="4624148"/>
                  <a:pt x="1653800" y="4034911"/>
                  <a:pt x="125925" y="3082244"/>
                </a:cubicBezTo>
                <a:lnTo>
                  <a:pt x="0" y="2999890"/>
                </a:lnTo>
                <a:close/>
              </a:path>
            </a:pathLst>
          </a:cu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1D369BA-B7AC-4C20-9841-92360920D00E}"/>
              </a:ext>
            </a:extLst>
          </p:cNvPr>
          <p:cNvSpPr/>
          <p:nvPr/>
        </p:nvSpPr>
        <p:spPr>
          <a:xfrm flipH="1" flipV="1">
            <a:off x="5712105" y="6308725"/>
            <a:ext cx="767787" cy="4571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2D700BE-9DEF-4ED7-8D55-0AD4E1C064C0}"/>
              </a:ext>
            </a:extLst>
          </p:cNvPr>
          <p:cNvSpPr/>
          <p:nvPr/>
        </p:nvSpPr>
        <p:spPr>
          <a:xfrm>
            <a:off x="3440482" y="1763235"/>
            <a:ext cx="5311035" cy="4088290"/>
          </a:xfrm>
          <a:prstGeom prst="roundRect">
            <a:avLst>
              <a:gd name="adj" fmla="val 757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503645-2D8E-4DB7-8A28-F05EC956BBB9}"/>
              </a:ext>
            </a:extLst>
          </p:cNvPr>
          <p:cNvSpPr txBox="1"/>
          <p:nvPr/>
        </p:nvSpPr>
        <p:spPr>
          <a:xfrm>
            <a:off x="5126636" y="39710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研究背景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C4CFC3-1D84-4615-B6FE-A84264FC7163}"/>
              </a:ext>
            </a:extLst>
          </p:cNvPr>
          <p:cNvSpPr/>
          <p:nvPr/>
        </p:nvSpPr>
        <p:spPr>
          <a:xfrm flipH="1">
            <a:off x="5288280" y="1759136"/>
            <a:ext cx="1615440" cy="164478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63ADD1F-AC40-4904-8B79-8FBF1F0FFB60}"/>
              </a:ext>
            </a:extLst>
          </p:cNvPr>
          <p:cNvSpPr txBox="1">
            <a:spLocks noChangeArrowheads="1"/>
          </p:cNvSpPr>
          <p:nvPr/>
        </p:nvSpPr>
        <p:spPr>
          <a:xfrm>
            <a:off x="5666849" y="1892154"/>
            <a:ext cx="81304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63000">
                      <a:schemeClr val="bg1"/>
                    </a:gs>
                  </a:gsLst>
                  <a:lin ang="5400000" scaled="1"/>
                </a:gradFill>
              </a:defRPr>
            </a:lvl1pPr>
          </a:lstStyle>
          <a:p>
            <a:r>
              <a:rPr lang="en-US" altLang="zh-CN" sz="8800" dirty="0">
                <a:cs typeface="+mn-ea"/>
                <a:sym typeface="+mn-lt"/>
              </a:rPr>
              <a:t>1</a:t>
            </a:r>
            <a:endParaRPr lang="zh-CN" altLang="en-US" sz="88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4064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F141C6CC-D545-40BE-BFB7-85DB0A3F2152}"/>
              </a:ext>
            </a:extLst>
          </p:cNvPr>
          <p:cNvSpPr/>
          <p:nvPr/>
        </p:nvSpPr>
        <p:spPr>
          <a:xfrm>
            <a:off x="645745" y="1093807"/>
            <a:ext cx="10358609" cy="5764193"/>
          </a:xfrm>
          <a:prstGeom prst="parallelogram">
            <a:avLst>
              <a:gd name="adj" fmla="val 21226"/>
            </a:avLst>
          </a:prstGeom>
          <a:gradFill flip="none" rotWithShape="1">
            <a:gsLst>
              <a:gs pos="77000">
                <a:schemeClr val="accent1">
                  <a:alpha val="33000"/>
                  <a:lumMod val="21000"/>
                  <a:lumOff val="79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对话气泡: 矩形 21">
            <a:extLst>
              <a:ext uri="{FF2B5EF4-FFF2-40B4-BE49-F238E27FC236}">
                <a16:creationId xmlns:a16="http://schemas.microsoft.com/office/drawing/2014/main" id="{9DCEAC09-6BD9-4431-8898-0BA967F18166}"/>
              </a:ext>
            </a:extLst>
          </p:cNvPr>
          <p:cNvSpPr/>
          <p:nvPr/>
        </p:nvSpPr>
        <p:spPr>
          <a:xfrm>
            <a:off x="5458666" y="1264996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对话气泡: 矩形 22">
            <a:extLst>
              <a:ext uri="{FF2B5EF4-FFF2-40B4-BE49-F238E27FC236}">
                <a16:creationId xmlns:a16="http://schemas.microsoft.com/office/drawing/2014/main" id="{E88A3FCC-BEC0-4603-814E-C52E3FE4DF96}"/>
              </a:ext>
            </a:extLst>
          </p:cNvPr>
          <p:cNvSpPr/>
          <p:nvPr/>
        </p:nvSpPr>
        <p:spPr>
          <a:xfrm>
            <a:off x="8308004" y="1264996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对话气泡: 矩形 20">
            <a:extLst>
              <a:ext uri="{FF2B5EF4-FFF2-40B4-BE49-F238E27FC236}">
                <a16:creationId xmlns:a16="http://schemas.microsoft.com/office/drawing/2014/main" id="{2ADE1DC4-A9C0-41DC-8953-1086122AD866}"/>
              </a:ext>
            </a:extLst>
          </p:cNvPr>
          <p:cNvSpPr/>
          <p:nvPr/>
        </p:nvSpPr>
        <p:spPr>
          <a:xfrm>
            <a:off x="2563124" y="1264996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2EC863-277F-4DB3-A250-73A0BFC6BE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74590" y="186720"/>
            <a:ext cx="6678793" cy="914400"/>
          </a:xfrm>
        </p:spPr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研究背景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FC270F-0FCD-4B99-A945-EC4417B86DCB}"/>
              </a:ext>
            </a:extLst>
          </p:cNvPr>
          <p:cNvSpPr/>
          <p:nvPr/>
        </p:nvSpPr>
        <p:spPr>
          <a:xfrm>
            <a:off x="2563124" y="2318052"/>
            <a:ext cx="7524127" cy="2242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《2019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年中国宠物行业白皮书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》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数据显示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2019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年全国城镇宠物犬猫数量达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9915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万只，增幅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8.4%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。市场消费规模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2024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亿元，较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2018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年总体增长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18.5%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；其中宠物食品消费是最大支出；零食、药品消费增速最快。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D532C8D0-594D-4A62-B65C-488CDC171644}"/>
              </a:ext>
            </a:extLst>
          </p:cNvPr>
          <p:cNvSpPr/>
          <p:nvPr/>
        </p:nvSpPr>
        <p:spPr>
          <a:xfrm>
            <a:off x="2448668" y="1353008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对话气泡: 矩形 23">
            <a:extLst>
              <a:ext uri="{FF2B5EF4-FFF2-40B4-BE49-F238E27FC236}">
                <a16:creationId xmlns:a16="http://schemas.microsoft.com/office/drawing/2014/main" id="{4036E0CA-81EB-484E-A889-01E5021DFFE7}"/>
              </a:ext>
            </a:extLst>
          </p:cNvPr>
          <p:cNvSpPr/>
          <p:nvPr/>
        </p:nvSpPr>
        <p:spPr>
          <a:xfrm>
            <a:off x="5393193" y="1332632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对话气泡: 矩形 25">
            <a:extLst>
              <a:ext uri="{FF2B5EF4-FFF2-40B4-BE49-F238E27FC236}">
                <a16:creationId xmlns:a16="http://schemas.microsoft.com/office/drawing/2014/main" id="{A61FBACA-EC8F-4792-B287-D11E0AFCB4F7}"/>
              </a:ext>
            </a:extLst>
          </p:cNvPr>
          <p:cNvSpPr/>
          <p:nvPr/>
        </p:nvSpPr>
        <p:spPr>
          <a:xfrm>
            <a:off x="8261800" y="1332632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0348E0-3A58-43EE-AB0F-E33E34D56C28}"/>
              </a:ext>
            </a:extLst>
          </p:cNvPr>
          <p:cNvSpPr txBox="1"/>
          <p:nvPr/>
        </p:nvSpPr>
        <p:spPr>
          <a:xfrm>
            <a:off x="2753751" y="13326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白皮书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6847C5-EC5C-4D73-84CD-5109D6443049}"/>
              </a:ext>
            </a:extLst>
          </p:cNvPr>
          <p:cNvSpPr txBox="1"/>
          <p:nvPr/>
        </p:nvSpPr>
        <p:spPr>
          <a:xfrm>
            <a:off x="5458666" y="1332632"/>
            <a:ext cx="133882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市场规模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D60080-00BD-4E62-A617-652CED5E8843}"/>
              </a:ext>
            </a:extLst>
          </p:cNvPr>
          <p:cNvSpPr txBox="1"/>
          <p:nvPr/>
        </p:nvSpPr>
        <p:spPr>
          <a:xfrm>
            <a:off x="8354208" y="131116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当代生活</a:t>
            </a:r>
          </a:p>
          <a:p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L 形 4">
            <a:extLst>
              <a:ext uri="{FF2B5EF4-FFF2-40B4-BE49-F238E27FC236}">
                <a16:creationId xmlns:a16="http://schemas.microsoft.com/office/drawing/2014/main" id="{1128A865-9BF8-4C15-8929-0ED27B91524F}"/>
              </a:ext>
            </a:extLst>
          </p:cNvPr>
          <p:cNvSpPr/>
          <p:nvPr/>
        </p:nvSpPr>
        <p:spPr>
          <a:xfrm>
            <a:off x="1831123" y="5260457"/>
            <a:ext cx="204052" cy="204052"/>
          </a:xfrm>
          <a:prstGeom prst="corner">
            <a:avLst>
              <a:gd name="adj1" fmla="val 18234"/>
              <a:gd name="adj2" fmla="val 20677"/>
            </a:avLst>
          </a:prstGeom>
          <a:solidFill>
            <a:schemeClr val="accent1"/>
          </a:solidFill>
          <a:ln w="38100" cap="rnd">
            <a:solidFill>
              <a:schemeClr val="accent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L 形 17">
            <a:extLst>
              <a:ext uri="{FF2B5EF4-FFF2-40B4-BE49-F238E27FC236}">
                <a16:creationId xmlns:a16="http://schemas.microsoft.com/office/drawing/2014/main" id="{CAC1A35A-898D-4669-8AC1-1E3B2AA291E5}"/>
              </a:ext>
            </a:extLst>
          </p:cNvPr>
          <p:cNvSpPr/>
          <p:nvPr/>
        </p:nvSpPr>
        <p:spPr>
          <a:xfrm rot="10800000">
            <a:off x="10146516" y="1780610"/>
            <a:ext cx="204052" cy="204052"/>
          </a:xfrm>
          <a:prstGeom prst="corner">
            <a:avLst>
              <a:gd name="adj1" fmla="val 18234"/>
              <a:gd name="adj2" fmla="val 20677"/>
            </a:avLst>
          </a:prstGeom>
          <a:solidFill>
            <a:schemeClr val="accent1"/>
          </a:solidFill>
          <a:ln w="44450" cap="rnd">
            <a:solidFill>
              <a:schemeClr val="accent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5018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1" grpId="0" animBg="1"/>
      <p:bldP spid="2" grpId="0" animBg="1"/>
      <p:bldP spid="24" grpId="0" animBg="1"/>
      <p:bldP spid="26" grpId="0" animBg="1"/>
      <p:bldP spid="7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F141C6CC-D545-40BE-BFB7-85DB0A3F2152}"/>
              </a:ext>
            </a:extLst>
          </p:cNvPr>
          <p:cNvSpPr/>
          <p:nvPr/>
        </p:nvSpPr>
        <p:spPr>
          <a:xfrm>
            <a:off x="1022963" y="867330"/>
            <a:ext cx="10358609" cy="5764193"/>
          </a:xfrm>
          <a:prstGeom prst="parallelogram">
            <a:avLst>
              <a:gd name="adj" fmla="val 21226"/>
            </a:avLst>
          </a:prstGeom>
          <a:gradFill flip="none" rotWithShape="1">
            <a:gsLst>
              <a:gs pos="77000">
                <a:schemeClr val="accent1">
                  <a:alpha val="33000"/>
                  <a:lumMod val="21000"/>
                  <a:lumOff val="79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对话气泡: 矩形 21">
            <a:extLst>
              <a:ext uri="{FF2B5EF4-FFF2-40B4-BE49-F238E27FC236}">
                <a16:creationId xmlns:a16="http://schemas.microsoft.com/office/drawing/2014/main" id="{9DCEAC09-6BD9-4431-8898-0BA967F18166}"/>
              </a:ext>
            </a:extLst>
          </p:cNvPr>
          <p:cNvSpPr/>
          <p:nvPr/>
        </p:nvSpPr>
        <p:spPr>
          <a:xfrm>
            <a:off x="5408970" y="1027159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对话气泡: 矩形 22">
            <a:extLst>
              <a:ext uri="{FF2B5EF4-FFF2-40B4-BE49-F238E27FC236}">
                <a16:creationId xmlns:a16="http://schemas.microsoft.com/office/drawing/2014/main" id="{E88A3FCC-BEC0-4603-814E-C52E3FE4DF96}"/>
              </a:ext>
            </a:extLst>
          </p:cNvPr>
          <p:cNvSpPr/>
          <p:nvPr/>
        </p:nvSpPr>
        <p:spPr>
          <a:xfrm>
            <a:off x="8258308" y="1027159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对话气泡: 矩形 20">
            <a:extLst>
              <a:ext uri="{FF2B5EF4-FFF2-40B4-BE49-F238E27FC236}">
                <a16:creationId xmlns:a16="http://schemas.microsoft.com/office/drawing/2014/main" id="{2ADE1DC4-A9C0-41DC-8953-1086122AD866}"/>
              </a:ext>
            </a:extLst>
          </p:cNvPr>
          <p:cNvSpPr/>
          <p:nvPr/>
        </p:nvSpPr>
        <p:spPr>
          <a:xfrm>
            <a:off x="2513428" y="1027159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2EC863-277F-4DB3-A250-73A0BFC6BE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目标概述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FC270F-0FCD-4B99-A945-EC4417B86DCB}"/>
              </a:ext>
            </a:extLst>
          </p:cNvPr>
          <p:cNvSpPr/>
          <p:nvPr/>
        </p:nvSpPr>
        <p:spPr>
          <a:xfrm>
            <a:off x="2513428" y="1760490"/>
            <a:ext cx="7186006" cy="3730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“宠物生活”是一款专门为养宠人士提供社交、购物、医疗和资讯帮助的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APP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。通过系统，养宠人士能够记录并分享自己与宠物日常生活的点点滴滴，能够与其他爱宠人士进行交流沟通和交友，增加爱宠人士的日常生活趣味；系统同时为养宠人士提供了很好的医疗便利，通过定位导航最近宠物医院路线和专家上门服务，避免错过宠物治疗的最佳时间；系统同时为养宠人士提供了宠物知识百科和购物指南推荐，给宠物饲养新手普及专业的知识，以此帮助养宠人士能够更好的照顾自己的宠物。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D532C8D0-594D-4A62-B65C-488CDC171644}"/>
              </a:ext>
            </a:extLst>
          </p:cNvPr>
          <p:cNvSpPr/>
          <p:nvPr/>
        </p:nvSpPr>
        <p:spPr>
          <a:xfrm>
            <a:off x="2398972" y="1115171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对话气泡: 矩形 23">
            <a:extLst>
              <a:ext uri="{FF2B5EF4-FFF2-40B4-BE49-F238E27FC236}">
                <a16:creationId xmlns:a16="http://schemas.microsoft.com/office/drawing/2014/main" id="{4036E0CA-81EB-484E-A889-01E5021DFFE7}"/>
              </a:ext>
            </a:extLst>
          </p:cNvPr>
          <p:cNvSpPr/>
          <p:nvPr/>
        </p:nvSpPr>
        <p:spPr>
          <a:xfrm>
            <a:off x="5343497" y="1094795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对话气泡: 矩形 25">
            <a:extLst>
              <a:ext uri="{FF2B5EF4-FFF2-40B4-BE49-F238E27FC236}">
                <a16:creationId xmlns:a16="http://schemas.microsoft.com/office/drawing/2014/main" id="{A61FBACA-EC8F-4792-B287-D11E0AFCB4F7}"/>
              </a:ext>
            </a:extLst>
          </p:cNvPr>
          <p:cNvSpPr/>
          <p:nvPr/>
        </p:nvSpPr>
        <p:spPr>
          <a:xfrm>
            <a:off x="8212104" y="1094795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0348E0-3A58-43EE-AB0F-E33E34D56C28}"/>
              </a:ext>
            </a:extLst>
          </p:cNvPr>
          <p:cNvSpPr txBox="1"/>
          <p:nvPr/>
        </p:nvSpPr>
        <p:spPr>
          <a:xfrm>
            <a:off x="2704055" y="109479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丰富生活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6847C5-EC5C-4D73-84CD-5109D6443049}"/>
              </a:ext>
            </a:extLst>
          </p:cNvPr>
          <p:cNvSpPr txBox="1"/>
          <p:nvPr/>
        </p:nvSpPr>
        <p:spPr>
          <a:xfrm>
            <a:off x="5408970" y="1094795"/>
            <a:ext cx="133882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医疗帮助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D60080-00BD-4E62-A617-652CED5E8843}"/>
              </a:ext>
            </a:extLst>
          </p:cNvPr>
          <p:cNvSpPr txBox="1"/>
          <p:nvPr/>
        </p:nvSpPr>
        <p:spPr>
          <a:xfrm>
            <a:off x="8517187" y="107441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宠物百科</a:t>
            </a:r>
          </a:p>
        </p:txBody>
      </p:sp>
      <p:sp>
        <p:nvSpPr>
          <p:cNvPr id="5" name="L 形 4">
            <a:extLst>
              <a:ext uri="{FF2B5EF4-FFF2-40B4-BE49-F238E27FC236}">
                <a16:creationId xmlns:a16="http://schemas.microsoft.com/office/drawing/2014/main" id="{1128A865-9BF8-4C15-8929-0ED27B91524F}"/>
              </a:ext>
            </a:extLst>
          </p:cNvPr>
          <p:cNvSpPr/>
          <p:nvPr/>
        </p:nvSpPr>
        <p:spPr>
          <a:xfrm>
            <a:off x="2194920" y="5538777"/>
            <a:ext cx="204052" cy="204052"/>
          </a:xfrm>
          <a:prstGeom prst="corner">
            <a:avLst>
              <a:gd name="adj1" fmla="val 18234"/>
              <a:gd name="adj2" fmla="val 20677"/>
            </a:avLst>
          </a:prstGeom>
          <a:solidFill>
            <a:schemeClr val="accent1"/>
          </a:solidFill>
          <a:ln w="38100" cap="rnd">
            <a:solidFill>
              <a:schemeClr val="accent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8" name="L 形 17">
            <a:extLst>
              <a:ext uri="{FF2B5EF4-FFF2-40B4-BE49-F238E27FC236}">
                <a16:creationId xmlns:a16="http://schemas.microsoft.com/office/drawing/2014/main" id="{CAC1A35A-898D-4669-8AC1-1E3B2AA291E5}"/>
              </a:ext>
            </a:extLst>
          </p:cNvPr>
          <p:cNvSpPr/>
          <p:nvPr/>
        </p:nvSpPr>
        <p:spPr>
          <a:xfrm rot="10800000">
            <a:off x="10156455" y="1484503"/>
            <a:ext cx="204052" cy="204052"/>
          </a:xfrm>
          <a:prstGeom prst="corner">
            <a:avLst>
              <a:gd name="adj1" fmla="val 18234"/>
              <a:gd name="adj2" fmla="val 20677"/>
            </a:avLst>
          </a:prstGeom>
          <a:solidFill>
            <a:schemeClr val="accent1"/>
          </a:solidFill>
          <a:ln w="44450" cap="rnd">
            <a:solidFill>
              <a:schemeClr val="accent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004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椭圆 74">
            <a:extLst>
              <a:ext uri="{FF2B5EF4-FFF2-40B4-BE49-F238E27FC236}">
                <a16:creationId xmlns:a16="http://schemas.microsoft.com/office/drawing/2014/main" id="{7F1AEBED-2490-467A-B519-3816B953134F}"/>
              </a:ext>
            </a:extLst>
          </p:cNvPr>
          <p:cNvSpPr/>
          <p:nvPr/>
        </p:nvSpPr>
        <p:spPr>
          <a:xfrm>
            <a:off x="-1286257" y="-2667000"/>
            <a:ext cx="14857114" cy="6732576"/>
          </a:xfrm>
          <a:prstGeom prst="ellipse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9B400A82-6FEE-4BE9-A41F-044BA0E432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69" b="33204"/>
          <a:stretch/>
        </p:blipFill>
        <p:spPr>
          <a:xfrm>
            <a:off x="-60224" y="-93818"/>
            <a:ext cx="12252223" cy="3971944"/>
          </a:xfrm>
          <a:custGeom>
            <a:avLst/>
            <a:gdLst>
              <a:gd name="connsiteX0" fmla="*/ 0 w 12192000"/>
              <a:gd name="connsiteY0" fmla="*/ 0 h 4624148"/>
              <a:gd name="connsiteX1" fmla="*/ 12192000 w 12192000"/>
              <a:gd name="connsiteY1" fmla="*/ 0 h 4624148"/>
              <a:gd name="connsiteX2" fmla="*/ 12192000 w 12192000"/>
              <a:gd name="connsiteY2" fmla="*/ 2999890 h 4624148"/>
              <a:gd name="connsiteX3" fmla="*/ 12066075 w 12192000"/>
              <a:gd name="connsiteY3" fmla="*/ 3082244 h 4624148"/>
              <a:gd name="connsiteX4" fmla="*/ 6096000 w 12192000"/>
              <a:gd name="connsiteY4" fmla="*/ 4624148 h 4624148"/>
              <a:gd name="connsiteX5" fmla="*/ 125925 w 12192000"/>
              <a:gd name="connsiteY5" fmla="*/ 3082244 h 4624148"/>
              <a:gd name="connsiteX6" fmla="*/ 0 w 12192000"/>
              <a:gd name="connsiteY6" fmla="*/ 2999890 h 462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624148">
                <a:moveTo>
                  <a:pt x="0" y="0"/>
                </a:moveTo>
                <a:lnTo>
                  <a:pt x="12192000" y="0"/>
                </a:lnTo>
                <a:lnTo>
                  <a:pt x="12192000" y="2999890"/>
                </a:lnTo>
                <a:lnTo>
                  <a:pt x="12066075" y="3082244"/>
                </a:lnTo>
                <a:cubicBezTo>
                  <a:pt x="10538200" y="4034911"/>
                  <a:pt x="8427460" y="4624148"/>
                  <a:pt x="6096000" y="4624148"/>
                </a:cubicBezTo>
                <a:cubicBezTo>
                  <a:pt x="3764541" y="4624148"/>
                  <a:pt x="1653800" y="4034911"/>
                  <a:pt x="125925" y="3082244"/>
                </a:cubicBezTo>
                <a:lnTo>
                  <a:pt x="0" y="2999890"/>
                </a:lnTo>
                <a:close/>
              </a:path>
            </a:pathLst>
          </a:cu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1D369BA-B7AC-4C20-9841-92360920D00E}"/>
              </a:ext>
            </a:extLst>
          </p:cNvPr>
          <p:cNvSpPr/>
          <p:nvPr/>
        </p:nvSpPr>
        <p:spPr>
          <a:xfrm flipH="1" flipV="1">
            <a:off x="5712105" y="6308725"/>
            <a:ext cx="767787" cy="4571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2D700BE-9DEF-4ED7-8D55-0AD4E1C064C0}"/>
              </a:ext>
            </a:extLst>
          </p:cNvPr>
          <p:cNvSpPr/>
          <p:nvPr/>
        </p:nvSpPr>
        <p:spPr>
          <a:xfrm>
            <a:off x="3440482" y="1763235"/>
            <a:ext cx="5311035" cy="4088290"/>
          </a:xfrm>
          <a:prstGeom prst="roundRect">
            <a:avLst>
              <a:gd name="adj" fmla="val 757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503645-2D8E-4DB7-8A28-F05EC956BBB9}"/>
              </a:ext>
            </a:extLst>
          </p:cNvPr>
          <p:cNvSpPr txBox="1"/>
          <p:nvPr/>
        </p:nvSpPr>
        <p:spPr>
          <a:xfrm>
            <a:off x="5074727" y="3941521"/>
            <a:ext cx="20425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系统设计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C4CFC3-1D84-4615-B6FE-A84264FC7163}"/>
              </a:ext>
            </a:extLst>
          </p:cNvPr>
          <p:cNvSpPr/>
          <p:nvPr/>
        </p:nvSpPr>
        <p:spPr>
          <a:xfrm flipH="1">
            <a:off x="5288280" y="1759136"/>
            <a:ext cx="1615440" cy="164478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63ADD1F-AC40-4904-8B79-8FBF1F0FFB60}"/>
              </a:ext>
            </a:extLst>
          </p:cNvPr>
          <p:cNvSpPr txBox="1">
            <a:spLocks noChangeArrowheads="1"/>
          </p:cNvSpPr>
          <p:nvPr/>
        </p:nvSpPr>
        <p:spPr>
          <a:xfrm>
            <a:off x="5666849" y="1892154"/>
            <a:ext cx="81304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63000">
                      <a:schemeClr val="bg1"/>
                    </a:gs>
                  </a:gsLst>
                  <a:lin ang="5400000" scaled="1"/>
                </a:gradFill>
              </a:defRPr>
            </a:lvl1pPr>
          </a:lstStyle>
          <a:p>
            <a:r>
              <a:rPr lang="en-US" altLang="zh-CN" sz="8800" dirty="0">
                <a:cs typeface="+mn-ea"/>
                <a:sym typeface="+mn-lt"/>
              </a:rPr>
              <a:t>2</a:t>
            </a:r>
            <a:endParaRPr lang="zh-CN" altLang="en-US" sz="88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7351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椭圆 74">
            <a:extLst>
              <a:ext uri="{FF2B5EF4-FFF2-40B4-BE49-F238E27FC236}">
                <a16:creationId xmlns:a16="http://schemas.microsoft.com/office/drawing/2014/main" id="{7F1AEBED-2490-467A-B519-3816B953134F}"/>
              </a:ext>
            </a:extLst>
          </p:cNvPr>
          <p:cNvSpPr/>
          <p:nvPr/>
        </p:nvSpPr>
        <p:spPr>
          <a:xfrm>
            <a:off x="-1286257" y="-2667000"/>
            <a:ext cx="14857114" cy="6732576"/>
          </a:xfrm>
          <a:prstGeom prst="ellipse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9B400A82-6FEE-4BE9-A41F-044BA0E432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69" b="33204"/>
          <a:stretch/>
        </p:blipFill>
        <p:spPr>
          <a:xfrm>
            <a:off x="-60224" y="-93818"/>
            <a:ext cx="12252223" cy="3971944"/>
          </a:xfrm>
          <a:custGeom>
            <a:avLst/>
            <a:gdLst>
              <a:gd name="connsiteX0" fmla="*/ 0 w 12192000"/>
              <a:gd name="connsiteY0" fmla="*/ 0 h 4624148"/>
              <a:gd name="connsiteX1" fmla="*/ 12192000 w 12192000"/>
              <a:gd name="connsiteY1" fmla="*/ 0 h 4624148"/>
              <a:gd name="connsiteX2" fmla="*/ 12192000 w 12192000"/>
              <a:gd name="connsiteY2" fmla="*/ 2999890 h 4624148"/>
              <a:gd name="connsiteX3" fmla="*/ 12066075 w 12192000"/>
              <a:gd name="connsiteY3" fmla="*/ 3082244 h 4624148"/>
              <a:gd name="connsiteX4" fmla="*/ 6096000 w 12192000"/>
              <a:gd name="connsiteY4" fmla="*/ 4624148 h 4624148"/>
              <a:gd name="connsiteX5" fmla="*/ 125925 w 12192000"/>
              <a:gd name="connsiteY5" fmla="*/ 3082244 h 4624148"/>
              <a:gd name="connsiteX6" fmla="*/ 0 w 12192000"/>
              <a:gd name="connsiteY6" fmla="*/ 2999890 h 462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624148">
                <a:moveTo>
                  <a:pt x="0" y="0"/>
                </a:moveTo>
                <a:lnTo>
                  <a:pt x="12192000" y="0"/>
                </a:lnTo>
                <a:lnTo>
                  <a:pt x="12192000" y="2999890"/>
                </a:lnTo>
                <a:lnTo>
                  <a:pt x="12066075" y="3082244"/>
                </a:lnTo>
                <a:cubicBezTo>
                  <a:pt x="10538200" y="4034911"/>
                  <a:pt x="8427460" y="4624148"/>
                  <a:pt x="6096000" y="4624148"/>
                </a:cubicBezTo>
                <a:cubicBezTo>
                  <a:pt x="3764541" y="4624148"/>
                  <a:pt x="1653800" y="4034911"/>
                  <a:pt x="125925" y="3082244"/>
                </a:cubicBezTo>
                <a:lnTo>
                  <a:pt x="0" y="2999890"/>
                </a:lnTo>
                <a:close/>
              </a:path>
            </a:pathLst>
          </a:cu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1D369BA-B7AC-4C20-9841-92360920D00E}"/>
              </a:ext>
            </a:extLst>
          </p:cNvPr>
          <p:cNvSpPr/>
          <p:nvPr/>
        </p:nvSpPr>
        <p:spPr>
          <a:xfrm flipH="1" flipV="1">
            <a:off x="5712105" y="6308725"/>
            <a:ext cx="767787" cy="4571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2D700BE-9DEF-4ED7-8D55-0AD4E1C064C0}"/>
              </a:ext>
            </a:extLst>
          </p:cNvPr>
          <p:cNvSpPr/>
          <p:nvPr/>
        </p:nvSpPr>
        <p:spPr>
          <a:xfrm>
            <a:off x="3440482" y="1763235"/>
            <a:ext cx="5311035" cy="4088290"/>
          </a:xfrm>
          <a:prstGeom prst="roundRect">
            <a:avLst>
              <a:gd name="adj" fmla="val 757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503645-2D8E-4DB7-8A28-F05EC956BBB9}"/>
              </a:ext>
            </a:extLst>
          </p:cNvPr>
          <p:cNvSpPr txBox="1"/>
          <p:nvPr/>
        </p:nvSpPr>
        <p:spPr>
          <a:xfrm>
            <a:off x="5126640" y="4063418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系统实现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C4CFC3-1D84-4615-B6FE-A84264FC7163}"/>
              </a:ext>
            </a:extLst>
          </p:cNvPr>
          <p:cNvSpPr/>
          <p:nvPr/>
        </p:nvSpPr>
        <p:spPr>
          <a:xfrm flipH="1">
            <a:off x="5288280" y="1759136"/>
            <a:ext cx="1615440" cy="164478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63ADD1F-AC40-4904-8B79-8FBF1F0FFB60}"/>
              </a:ext>
            </a:extLst>
          </p:cNvPr>
          <p:cNvSpPr txBox="1">
            <a:spLocks noChangeArrowheads="1"/>
          </p:cNvSpPr>
          <p:nvPr/>
        </p:nvSpPr>
        <p:spPr>
          <a:xfrm>
            <a:off x="5666849" y="1892154"/>
            <a:ext cx="81304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63000">
                      <a:schemeClr val="bg1"/>
                    </a:gs>
                  </a:gsLst>
                  <a:lin ang="5400000" scaled="1"/>
                </a:gradFill>
              </a:defRPr>
            </a:lvl1pPr>
          </a:lstStyle>
          <a:p>
            <a:r>
              <a:rPr lang="en-US" altLang="zh-CN" sz="8800" dirty="0">
                <a:cs typeface="+mn-ea"/>
                <a:sym typeface="+mn-lt"/>
              </a:rPr>
              <a:t>3</a:t>
            </a:r>
            <a:endParaRPr lang="zh-CN" altLang="en-US" sz="88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91901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B4F815A-9EBE-48E9-990D-E609F1F18388}"/>
              </a:ext>
            </a:extLst>
          </p:cNvPr>
          <p:cNvSpPr/>
          <p:nvPr/>
        </p:nvSpPr>
        <p:spPr>
          <a:xfrm rot="1529180" flipH="1" flipV="1">
            <a:off x="2612374" y="1033156"/>
            <a:ext cx="3792286" cy="3744688"/>
          </a:xfrm>
          <a:custGeom>
            <a:avLst/>
            <a:gdLst>
              <a:gd name="connsiteX0" fmla="*/ 567637 w 876757"/>
              <a:gd name="connsiteY0" fmla="*/ 0 h 865753"/>
              <a:gd name="connsiteX1" fmla="*/ 605277 w 876757"/>
              <a:gd name="connsiteY1" fmla="*/ 11684 h 865753"/>
              <a:gd name="connsiteX2" fmla="*/ 876757 w 876757"/>
              <a:gd name="connsiteY2" fmla="*/ 421253 h 865753"/>
              <a:gd name="connsiteX3" fmla="*/ 432257 w 876757"/>
              <a:gd name="connsiteY3" fmla="*/ 865753 h 865753"/>
              <a:gd name="connsiteX4" fmla="*/ 22688 w 876757"/>
              <a:gd name="connsiteY4" fmla="*/ 594273 h 865753"/>
              <a:gd name="connsiteX5" fmla="*/ 0 w 876757"/>
              <a:gd name="connsiteY5" fmla="*/ 521183 h 86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757" h="865753">
                <a:moveTo>
                  <a:pt x="567637" y="0"/>
                </a:moveTo>
                <a:lnTo>
                  <a:pt x="605277" y="11684"/>
                </a:lnTo>
                <a:cubicBezTo>
                  <a:pt x="764815" y="79163"/>
                  <a:pt x="876757" y="237135"/>
                  <a:pt x="876757" y="421253"/>
                </a:cubicBezTo>
                <a:cubicBezTo>
                  <a:pt x="876757" y="666744"/>
                  <a:pt x="677748" y="865753"/>
                  <a:pt x="432257" y="865753"/>
                </a:cubicBezTo>
                <a:cubicBezTo>
                  <a:pt x="248139" y="865753"/>
                  <a:pt x="90167" y="753811"/>
                  <a:pt x="22688" y="594273"/>
                </a:cubicBezTo>
                <a:lnTo>
                  <a:pt x="0" y="521183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chemeClr val="accent1"/>
            </a:solidFill>
          </a:ln>
          <a:effectLst>
            <a:outerShdw blurRad="190500" sx="97000" sy="9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20B57809-C6A0-45D2-990C-A973DFB26202}"/>
              </a:ext>
            </a:extLst>
          </p:cNvPr>
          <p:cNvSpPr/>
          <p:nvPr/>
        </p:nvSpPr>
        <p:spPr>
          <a:xfrm rot="1529180">
            <a:off x="5787339" y="2372519"/>
            <a:ext cx="3792286" cy="3744698"/>
          </a:xfrm>
          <a:custGeom>
            <a:avLst/>
            <a:gdLst>
              <a:gd name="connsiteX0" fmla="*/ 567637 w 876757"/>
              <a:gd name="connsiteY0" fmla="*/ 0 h 865753"/>
              <a:gd name="connsiteX1" fmla="*/ 605277 w 876757"/>
              <a:gd name="connsiteY1" fmla="*/ 11684 h 865753"/>
              <a:gd name="connsiteX2" fmla="*/ 876757 w 876757"/>
              <a:gd name="connsiteY2" fmla="*/ 421253 h 865753"/>
              <a:gd name="connsiteX3" fmla="*/ 432257 w 876757"/>
              <a:gd name="connsiteY3" fmla="*/ 865753 h 865753"/>
              <a:gd name="connsiteX4" fmla="*/ 22688 w 876757"/>
              <a:gd name="connsiteY4" fmla="*/ 594273 h 865753"/>
              <a:gd name="connsiteX5" fmla="*/ 0 w 876757"/>
              <a:gd name="connsiteY5" fmla="*/ 521183 h 86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757" h="865753">
                <a:moveTo>
                  <a:pt x="567637" y="0"/>
                </a:moveTo>
                <a:lnTo>
                  <a:pt x="605277" y="11684"/>
                </a:lnTo>
                <a:cubicBezTo>
                  <a:pt x="764815" y="79163"/>
                  <a:pt x="876757" y="237135"/>
                  <a:pt x="876757" y="421253"/>
                </a:cubicBezTo>
                <a:cubicBezTo>
                  <a:pt x="876757" y="666744"/>
                  <a:pt x="677748" y="865753"/>
                  <a:pt x="432257" y="865753"/>
                </a:cubicBezTo>
                <a:cubicBezTo>
                  <a:pt x="248139" y="865753"/>
                  <a:pt x="90167" y="753811"/>
                  <a:pt x="22688" y="594273"/>
                </a:cubicBezTo>
                <a:lnTo>
                  <a:pt x="0" y="521183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chemeClr val="accent3"/>
            </a:solidFill>
          </a:ln>
          <a:effectLst>
            <a:outerShdw blurRad="190500" sx="97000" sy="9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D71DEEB-3FA7-4CDE-B7D5-B6373AB13E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59331" y="230295"/>
            <a:ext cx="6678793" cy="914400"/>
          </a:xfrm>
        </p:spPr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实现技术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1B123A-2B8B-44DA-BF9B-0326AAAEC3AD}"/>
              </a:ext>
            </a:extLst>
          </p:cNvPr>
          <p:cNvSpPr/>
          <p:nvPr/>
        </p:nvSpPr>
        <p:spPr>
          <a:xfrm>
            <a:off x="7025805" y="3498533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chemeClr val="accent3"/>
                </a:solidFill>
                <a:cs typeface="+mn-ea"/>
                <a:sym typeface="+mn-lt"/>
              </a:rPr>
              <a:t>后端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3BF9D6B-7AA7-4C07-B20C-9948B90FF4FA}"/>
              </a:ext>
            </a:extLst>
          </p:cNvPr>
          <p:cNvSpPr/>
          <p:nvPr/>
        </p:nvSpPr>
        <p:spPr>
          <a:xfrm>
            <a:off x="3967646" y="173536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前端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D146A601-B625-4C28-886A-B90114FEC8A6}"/>
              </a:ext>
            </a:extLst>
          </p:cNvPr>
          <p:cNvCxnSpPr>
            <a:cxnSpLocks/>
          </p:cNvCxnSpPr>
          <p:nvPr/>
        </p:nvCxnSpPr>
        <p:spPr>
          <a:xfrm flipV="1">
            <a:off x="957263" y="2920999"/>
            <a:ext cx="6891337" cy="2140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6F9FE29-745B-4CD7-BC38-D91DA9E424F7}"/>
              </a:ext>
            </a:extLst>
          </p:cNvPr>
          <p:cNvCxnSpPr>
            <a:cxnSpLocks/>
          </p:cNvCxnSpPr>
          <p:nvPr/>
        </p:nvCxnSpPr>
        <p:spPr>
          <a:xfrm flipV="1">
            <a:off x="3830320" y="2245359"/>
            <a:ext cx="6929120" cy="213360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ACB5A07-5A2C-4CC5-9BE9-E80E2F5BD628}"/>
              </a:ext>
            </a:extLst>
          </p:cNvPr>
          <p:cNvSpPr txBox="1"/>
          <p:nvPr/>
        </p:nvSpPr>
        <p:spPr>
          <a:xfrm>
            <a:off x="3403298" y="2245359"/>
            <a:ext cx="1999265" cy="1703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Android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技术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腾讯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QMUI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框架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8EFD163-638F-4650-BE50-2CEFF1B75F4E}"/>
              </a:ext>
            </a:extLst>
          </p:cNvPr>
          <p:cNvSpPr txBox="1"/>
          <p:nvPr/>
        </p:nvSpPr>
        <p:spPr>
          <a:xfrm>
            <a:off x="6818501" y="3973080"/>
            <a:ext cx="1729961" cy="2118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Vue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框架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Spring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Spring MVC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Mybatis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2559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469770F-E6AF-42D0-9BA7-3C7622267369}"/>
              </a:ext>
            </a:extLst>
          </p:cNvPr>
          <p:cNvSpPr/>
          <p:nvPr/>
        </p:nvSpPr>
        <p:spPr>
          <a:xfrm>
            <a:off x="1366784" y="3446674"/>
            <a:ext cx="9458432" cy="1046480"/>
          </a:xfrm>
          <a:prstGeom prst="ellipse">
            <a:avLst/>
          </a:prstGeom>
          <a:noFill/>
          <a:ln>
            <a:gradFill flip="none" rotWithShape="1">
              <a:gsLst>
                <a:gs pos="57000">
                  <a:srgbClr val="71246B">
                    <a:alpha val="0"/>
                  </a:srgb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F9CBDB-33FE-4993-BB4F-6340A44B14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系统架构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D7ABA0B-3D4C-4396-8ACE-4D03AE439457}"/>
              </a:ext>
            </a:extLst>
          </p:cNvPr>
          <p:cNvSpPr/>
          <p:nvPr/>
        </p:nvSpPr>
        <p:spPr>
          <a:xfrm>
            <a:off x="2034454" y="3264227"/>
            <a:ext cx="8123091" cy="898738"/>
          </a:xfrm>
          <a:prstGeom prst="ellipse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gradFill flip="none" rotWithShape="1">
              <a:gsLst>
                <a:gs pos="57000">
                  <a:srgbClr val="71246B">
                    <a:alpha val="0"/>
                  </a:srgb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0B07DC26-C166-4F91-A259-9D2E6952AE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68"/>
          <a:stretch/>
        </p:blipFill>
        <p:spPr>
          <a:xfrm>
            <a:off x="2990709" y="549365"/>
            <a:ext cx="6210581" cy="542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椭圆 74">
            <a:extLst>
              <a:ext uri="{FF2B5EF4-FFF2-40B4-BE49-F238E27FC236}">
                <a16:creationId xmlns:a16="http://schemas.microsoft.com/office/drawing/2014/main" id="{7F1AEBED-2490-467A-B519-3816B953134F}"/>
              </a:ext>
            </a:extLst>
          </p:cNvPr>
          <p:cNvSpPr/>
          <p:nvPr/>
        </p:nvSpPr>
        <p:spPr>
          <a:xfrm>
            <a:off x="-1286257" y="-2667000"/>
            <a:ext cx="14857114" cy="6732576"/>
          </a:xfrm>
          <a:prstGeom prst="ellipse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9B400A82-6FEE-4BE9-A41F-044BA0E432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69" b="33204"/>
          <a:stretch/>
        </p:blipFill>
        <p:spPr>
          <a:xfrm>
            <a:off x="-60224" y="-93818"/>
            <a:ext cx="12252223" cy="3971944"/>
          </a:xfrm>
          <a:custGeom>
            <a:avLst/>
            <a:gdLst>
              <a:gd name="connsiteX0" fmla="*/ 0 w 12192000"/>
              <a:gd name="connsiteY0" fmla="*/ 0 h 4624148"/>
              <a:gd name="connsiteX1" fmla="*/ 12192000 w 12192000"/>
              <a:gd name="connsiteY1" fmla="*/ 0 h 4624148"/>
              <a:gd name="connsiteX2" fmla="*/ 12192000 w 12192000"/>
              <a:gd name="connsiteY2" fmla="*/ 2999890 h 4624148"/>
              <a:gd name="connsiteX3" fmla="*/ 12066075 w 12192000"/>
              <a:gd name="connsiteY3" fmla="*/ 3082244 h 4624148"/>
              <a:gd name="connsiteX4" fmla="*/ 6096000 w 12192000"/>
              <a:gd name="connsiteY4" fmla="*/ 4624148 h 4624148"/>
              <a:gd name="connsiteX5" fmla="*/ 125925 w 12192000"/>
              <a:gd name="connsiteY5" fmla="*/ 3082244 h 4624148"/>
              <a:gd name="connsiteX6" fmla="*/ 0 w 12192000"/>
              <a:gd name="connsiteY6" fmla="*/ 2999890 h 462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624148">
                <a:moveTo>
                  <a:pt x="0" y="0"/>
                </a:moveTo>
                <a:lnTo>
                  <a:pt x="12192000" y="0"/>
                </a:lnTo>
                <a:lnTo>
                  <a:pt x="12192000" y="2999890"/>
                </a:lnTo>
                <a:lnTo>
                  <a:pt x="12066075" y="3082244"/>
                </a:lnTo>
                <a:cubicBezTo>
                  <a:pt x="10538200" y="4034911"/>
                  <a:pt x="8427460" y="4624148"/>
                  <a:pt x="6096000" y="4624148"/>
                </a:cubicBezTo>
                <a:cubicBezTo>
                  <a:pt x="3764541" y="4624148"/>
                  <a:pt x="1653800" y="4034911"/>
                  <a:pt x="125925" y="3082244"/>
                </a:cubicBezTo>
                <a:lnTo>
                  <a:pt x="0" y="2999890"/>
                </a:lnTo>
                <a:close/>
              </a:path>
            </a:pathLst>
          </a:cu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1D369BA-B7AC-4C20-9841-92360920D00E}"/>
              </a:ext>
            </a:extLst>
          </p:cNvPr>
          <p:cNvSpPr/>
          <p:nvPr/>
        </p:nvSpPr>
        <p:spPr>
          <a:xfrm flipH="1" flipV="1">
            <a:off x="5712105" y="6308725"/>
            <a:ext cx="767787" cy="4571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2D700BE-9DEF-4ED7-8D55-0AD4E1C064C0}"/>
              </a:ext>
            </a:extLst>
          </p:cNvPr>
          <p:cNvSpPr/>
          <p:nvPr/>
        </p:nvSpPr>
        <p:spPr>
          <a:xfrm>
            <a:off x="3440482" y="1763235"/>
            <a:ext cx="5311035" cy="4088290"/>
          </a:xfrm>
          <a:prstGeom prst="roundRect">
            <a:avLst>
              <a:gd name="adj" fmla="val 757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503645-2D8E-4DB7-8A28-F05EC956BBB9}"/>
              </a:ext>
            </a:extLst>
          </p:cNvPr>
          <p:cNvSpPr txBox="1"/>
          <p:nvPr/>
        </p:nvSpPr>
        <p:spPr>
          <a:xfrm>
            <a:off x="5126640" y="4194495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操作演示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C4CFC3-1D84-4615-B6FE-A84264FC7163}"/>
              </a:ext>
            </a:extLst>
          </p:cNvPr>
          <p:cNvSpPr/>
          <p:nvPr/>
        </p:nvSpPr>
        <p:spPr>
          <a:xfrm flipH="1">
            <a:off x="5288280" y="1759136"/>
            <a:ext cx="1615440" cy="164478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63ADD1F-AC40-4904-8B79-8FBF1F0FFB60}"/>
              </a:ext>
            </a:extLst>
          </p:cNvPr>
          <p:cNvSpPr txBox="1">
            <a:spLocks noChangeArrowheads="1"/>
          </p:cNvSpPr>
          <p:nvPr/>
        </p:nvSpPr>
        <p:spPr>
          <a:xfrm>
            <a:off x="5666849" y="1892154"/>
            <a:ext cx="81304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63000">
                      <a:schemeClr val="bg1"/>
                    </a:gs>
                  </a:gsLst>
                  <a:lin ang="5400000" scaled="1"/>
                </a:gradFill>
              </a:defRPr>
            </a:lvl1pPr>
          </a:lstStyle>
          <a:p>
            <a:r>
              <a:rPr lang="en-US" altLang="zh-CN" sz="8800" dirty="0">
                <a:cs typeface="+mn-ea"/>
                <a:sym typeface="+mn-lt"/>
              </a:rPr>
              <a:t>4</a:t>
            </a:r>
            <a:endParaRPr lang="zh-CN" altLang="en-US" sz="88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206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469770F-E6AF-42D0-9BA7-3C7622267369}"/>
              </a:ext>
            </a:extLst>
          </p:cNvPr>
          <p:cNvSpPr/>
          <p:nvPr/>
        </p:nvSpPr>
        <p:spPr>
          <a:xfrm>
            <a:off x="1366784" y="3446674"/>
            <a:ext cx="9458432" cy="1046480"/>
          </a:xfrm>
          <a:prstGeom prst="ellipse">
            <a:avLst/>
          </a:prstGeom>
          <a:noFill/>
          <a:ln>
            <a:gradFill flip="none" rotWithShape="1">
              <a:gsLst>
                <a:gs pos="57000">
                  <a:srgbClr val="71246B">
                    <a:alpha val="0"/>
                  </a:srgb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F9CBDB-33FE-4993-BB4F-6340A44B14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功能设计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1E57799-DF3A-4089-937E-02503F8EAE6E}"/>
              </a:ext>
            </a:extLst>
          </p:cNvPr>
          <p:cNvSpPr/>
          <p:nvPr/>
        </p:nvSpPr>
        <p:spPr>
          <a:xfrm>
            <a:off x="5054600" y="5854736"/>
            <a:ext cx="2082800" cy="1015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D7ABA0B-3D4C-4396-8ACE-4D03AE439457}"/>
              </a:ext>
            </a:extLst>
          </p:cNvPr>
          <p:cNvSpPr/>
          <p:nvPr/>
        </p:nvSpPr>
        <p:spPr>
          <a:xfrm>
            <a:off x="2034454" y="3264227"/>
            <a:ext cx="8123091" cy="898738"/>
          </a:xfrm>
          <a:prstGeom prst="ellipse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gradFill flip="none" rotWithShape="1">
              <a:gsLst>
                <a:gs pos="57000">
                  <a:srgbClr val="71246B">
                    <a:alpha val="0"/>
                  </a:srgb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F75CBF-91C0-46A1-B1E3-F684DD3E6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380" y="994199"/>
            <a:ext cx="9457240" cy="486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604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469770F-E6AF-42D0-9BA7-3C7622267369}"/>
              </a:ext>
            </a:extLst>
          </p:cNvPr>
          <p:cNvSpPr/>
          <p:nvPr/>
        </p:nvSpPr>
        <p:spPr>
          <a:xfrm>
            <a:off x="1366784" y="3446674"/>
            <a:ext cx="9458432" cy="1046480"/>
          </a:xfrm>
          <a:prstGeom prst="ellipse">
            <a:avLst/>
          </a:prstGeom>
          <a:noFill/>
          <a:ln>
            <a:gradFill flip="none" rotWithShape="1">
              <a:gsLst>
                <a:gs pos="57000">
                  <a:srgbClr val="71246B">
                    <a:alpha val="0"/>
                  </a:srgb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F9CBDB-33FE-4993-BB4F-6340A44B14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功能设计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1E57799-DF3A-4089-937E-02503F8EAE6E}"/>
              </a:ext>
            </a:extLst>
          </p:cNvPr>
          <p:cNvSpPr/>
          <p:nvPr/>
        </p:nvSpPr>
        <p:spPr>
          <a:xfrm>
            <a:off x="5054600" y="5854736"/>
            <a:ext cx="2082800" cy="1015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D7ABA0B-3D4C-4396-8ACE-4D03AE439457}"/>
              </a:ext>
            </a:extLst>
          </p:cNvPr>
          <p:cNvSpPr/>
          <p:nvPr/>
        </p:nvSpPr>
        <p:spPr>
          <a:xfrm>
            <a:off x="2034454" y="3264227"/>
            <a:ext cx="8123091" cy="898738"/>
          </a:xfrm>
          <a:prstGeom prst="ellipse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gradFill flip="none" rotWithShape="1">
              <a:gsLst>
                <a:gs pos="57000">
                  <a:srgbClr val="71246B">
                    <a:alpha val="0"/>
                  </a:srgb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C48EBF8-92B9-4C07-89D1-827204050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454" y="795130"/>
            <a:ext cx="8138865" cy="554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40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>
            <a:extLst>
              <a:ext uri="{FF2B5EF4-FFF2-40B4-BE49-F238E27FC236}">
                <a16:creationId xmlns:a16="http://schemas.microsoft.com/office/drawing/2014/main" id="{D58EC76F-AF07-4071-AD2C-00B123EEEE62}"/>
              </a:ext>
            </a:extLst>
          </p:cNvPr>
          <p:cNvSpPr/>
          <p:nvPr/>
        </p:nvSpPr>
        <p:spPr>
          <a:xfrm>
            <a:off x="-12429" y="-13811"/>
            <a:ext cx="1219200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947C73-8294-4E41-A0BB-B8B9BCC42A3A}"/>
              </a:ext>
            </a:extLst>
          </p:cNvPr>
          <p:cNvSpPr txBox="1"/>
          <p:nvPr/>
        </p:nvSpPr>
        <p:spPr>
          <a:xfrm>
            <a:off x="4455697" y="2167051"/>
            <a:ext cx="35702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spc="600" dirty="0">
                <a:solidFill>
                  <a:schemeClr val="accent1"/>
                </a:solidFill>
                <a:latin typeface="+mn-ea"/>
                <a:cs typeface="+mn-ea"/>
                <a:sym typeface="+mn-lt"/>
              </a:rPr>
              <a:t>谢谢聆听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8A385076-F674-4E25-91F0-626746DAF6C2}"/>
              </a:ext>
            </a:extLst>
          </p:cNvPr>
          <p:cNvSpPr/>
          <p:nvPr/>
        </p:nvSpPr>
        <p:spPr>
          <a:xfrm>
            <a:off x="4520021" y="3417424"/>
            <a:ext cx="2893627" cy="46166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1B76CD-26EC-44B5-AB55-19433D0B926B}"/>
              </a:ext>
            </a:extLst>
          </p:cNvPr>
          <p:cNvSpPr txBox="1"/>
          <p:nvPr/>
        </p:nvSpPr>
        <p:spPr>
          <a:xfrm>
            <a:off x="4744869" y="3429000"/>
            <a:ext cx="2470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汇报人：邓文武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6B83A7C-3466-471C-A800-EADD9226D7E9}"/>
              </a:ext>
            </a:extLst>
          </p:cNvPr>
          <p:cNvSpPr/>
          <p:nvPr/>
        </p:nvSpPr>
        <p:spPr>
          <a:xfrm flipH="1">
            <a:off x="-5" y="0"/>
            <a:ext cx="1966494" cy="6857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90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54650307-A2B2-4951-BA5A-D08F6258A334}"/>
              </a:ext>
            </a:extLst>
          </p:cNvPr>
          <p:cNvSpPr/>
          <p:nvPr/>
        </p:nvSpPr>
        <p:spPr>
          <a:xfrm>
            <a:off x="359163" y="1643605"/>
            <a:ext cx="2992054" cy="29920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98510F8-C794-467B-A9C4-7715682C9235}"/>
              </a:ext>
            </a:extLst>
          </p:cNvPr>
          <p:cNvSpPr/>
          <p:nvPr/>
        </p:nvSpPr>
        <p:spPr>
          <a:xfrm>
            <a:off x="367411" y="1798772"/>
            <a:ext cx="2767882" cy="276788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1305EF-4621-478E-8F9F-DC6DA66BE360}"/>
              </a:ext>
            </a:extLst>
          </p:cNvPr>
          <p:cNvSpPr txBox="1"/>
          <p:nvPr/>
        </p:nvSpPr>
        <p:spPr>
          <a:xfrm>
            <a:off x="1071051" y="2724133"/>
            <a:ext cx="15682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4800" dirty="0">
                <a:solidFill>
                  <a:schemeClr val="accent1"/>
                </a:solidFill>
              </a:rPr>
              <a:t>2020</a:t>
            </a:r>
            <a:endParaRPr lang="zh-CN" altLang="en-US" sz="4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043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tjp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2D93EF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A000120140530A24PPBG</Template>
  <TotalTime>3410</TotalTime>
  <Words>288</Words>
  <Application>Microsoft Office PowerPoint</Application>
  <PresentationFormat>宽屏</PresentationFormat>
  <Paragraphs>55</Paragraphs>
  <Slides>14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等线</vt:lpstr>
      <vt:lpstr>微软雅黑</vt:lpstr>
      <vt:lpstr>Arial</vt:lpstr>
      <vt:lpstr>Calibri</vt:lpstr>
      <vt:lpstr>Century Gothic</vt:lpstr>
      <vt:lpstr>Segoe UI Light</vt:lpstr>
      <vt:lpstr>Office 主题​​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794570799@qq.com</dc:creator>
  <cp:lastModifiedBy>deng wenwu</cp:lastModifiedBy>
  <cp:revision>260</cp:revision>
  <dcterms:created xsi:type="dcterms:W3CDTF">2019-03-13T02:14:49Z</dcterms:created>
  <dcterms:modified xsi:type="dcterms:W3CDTF">2020-05-21T13:54:34Z</dcterms:modified>
</cp:coreProperties>
</file>